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205">
          <p15:clr>
            <a:srgbClr val="A4A3A4"/>
          </p15:clr>
        </p15:guide>
        <p15:guide id="2" pos="3840">
          <p15:clr>
            <a:srgbClr val="A4A3A4"/>
          </p15:clr>
        </p15:guide>
      </p15:sldGuideLst>
    </p:ext>
    <p:ext uri="GoogleSlidesCustomDataVersion2">
      <go:slidesCustomData xmlns:go="http://customooxmlschemas.google.com/" r:id="rId26" roundtripDataSignature="AMtx7mihwiBeqIl13QFv9NPGrVZO6kHxm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205"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slide" Target="slides/slide19.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d-ID"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 name="Google Shape;11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1" name="Google Shape;18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5" name="Google Shape;24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9" name="Google Shape;32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7" name="Shape 17"/>
        <p:cNvGrpSpPr/>
        <p:nvPr/>
      </p:nvGrpSpPr>
      <p:grpSpPr>
        <a:xfrm>
          <a:off x="0" y="0"/>
          <a:ext cx="0" cy="0"/>
          <a:chOff x="0" y="0"/>
          <a:chExt cx="0" cy="0"/>
        </a:xfrm>
      </p:grpSpPr>
      <p:sp>
        <p:nvSpPr>
          <p:cNvPr id="18" name="Google Shape;18;p21"/>
          <p:cNvSpPr txBox="1"/>
          <p:nvPr>
            <p:ph type="ctrTitle"/>
          </p:nvPr>
        </p:nvSpPr>
        <p:spPr>
          <a:xfrm>
            <a:off x="612648" y="557783"/>
            <a:ext cx="10969752" cy="313080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1"/>
          <p:cNvSpPr txBox="1"/>
          <p:nvPr>
            <p:ph idx="1" type="subTitle"/>
          </p:nvPr>
        </p:nvSpPr>
        <p:spPr>
          <a:xfrm>
            <a:off x="612648" y="3902206"/>
            <a:ext cx="10969752" cy="2240529"/>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SzPts val="2000"/>
              <a:buNone/>
              <a:defRPr sz="2000"/>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0" name="Google Shape;20;p21"/>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1"/>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22"/>
          <p:cNvSpPr txBox="1"/>
          <p:nvPr>
            <p:ph type="title"/>
          </p:nvPr>
        </p:nvSpPr>
        <p:spPr>
          <a:xfrm>
            <a:off x="609600" y="557784"/>
            <a:ext cx="10972800" cy="132556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2"/>
          <p:cNvSpPr txBox="1"/>
          <p:nvPr>
            <p:ph idx="1" type="body"/>
          </p:nvPr>
        </p:nvSpPr>
        <p:spPr>
          <a:xfrm>
            <a:off x="609600" y="2106204"/>
            <a:ext cx="10972800" cy="4036534"/>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a:lvl1pPr>
            <a:lvl2pPr indent="-228600" lvl="1" marL="914400" algn="l">
              <a:lnSpc>
                <a:spcPct val="110000"/>
              </a:lnSpc>
              <a:spcBef>
                <a:spcPts val="500"/>
              </a:spcBef>
              <a:spcAft>
                <a:spcPts val="0"/>
              </a:spcAft>
              <a:buSzPts val="1800"/>
              <a:buNone/>
              <a:defRPr/>
            </a:lvl2pPr>
            <a:lvl3pPr indent="-228600" lvl="2" marL="1371600" algn="l">
              <a:lnSpc>
                <a:spcPct val="110000"/>
              </a:lnSpc>
              <a:spcBef>
                <a:spcPts val="500"/>
              </a:spcBef>
              <a:spcAft>
                <a:spcPts val="0"/>
              </a:spcAft>
              <a:buSzPts val="1800"/>
              <a:buNone/>
              <a:defRPr/>
            </a:lvl3pPr>
            <a:lvl4pPr indent="-228600" lvl="3" marL="1828800" algn="l">
              <a:lnSpc>
                <a:spcPct val="110000"/>
              </a:lnSpc>
              <a:spcBef>
                <a:spcPts val="500"/>
              </a:spcBef>
              <a:spcAft>
                <a:spcPts val="0"/>
              </a:spcAft>
              <a:buSzPts val="1800"/>
              <a:buNone/>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22"/>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2"/>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25"/>
          <p:cNvSpPr txBox="1"/>
          <p:nvPr>
            <p:ph type="title"/>
          </p:nvPr>
        </p:nvSpPr>
        <p:spPr>
          <a:xfrm>
            <a:off x="612648" y="557784"/>
            <a:ext cx="10969752" cy="3146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25"/>
          <p:cNvSpPr txBox="1"/>
          <p:nvPr>
            <p:ph idx="1" type="body"/>
          </p:nvPr>
        </p:nvSpPr>
        <p:spPr>
          <a:xfrm>
            <a:off x="612648" y="3902207"/>
            <a:ext cx="10969752" cy="218744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000"/>
              <a:buNone/>
              <a:defRPr sz="2000">
                <a:solidFill>
                  <a:schemeClr val="dk1"/>
                </a:solidFill>
              </a:defRPr>
            </a:lvl1pPr>
            <a:lvl2pPr indent="-228600" lvl="1" marL="914400" algn="l">
              <a:lnSpc>
                <a:spcPct val="110000"/>
              </a:lnSpc>
              <a:spcBef>
                <a:spcPts val="500"/>
              </a:spcBef>
              <a:spcAft>
                <a:spcPts val="0"/>
              </a:spcAft>
              <a:buSzPts val="2000"/>
              <a:buNone/>
              <a:defRPr sz="2000">
                <a:solidFill>
                  <a:srgbClr val="8B8B8B"/>
                </a:solidFill>
              </a:defRPr>
            </a:lvl2pPr>
            <a:lvl3pPr indent="-228600" lvl="2" marL="1371600" algn="l">
              <a:lnSpc>
                <a:spcPct val="110000"/>
              </a:lnSpc>
              <a:spcBef>
                <a:spcPts val="500"/>
              </a:spcBef>
              <a:spcAft>
                <a:spcPts val="0"/>
              </a:spcAft>
              <a:buSzPts val="1800"/>
              <a:buNone/>
              <a:defRPr sz="1800">
                <a:solidFill>
                  <a:srgbClr val="8B8B8B"/>
                </a:solidFill>
              </a:defRPr>
            </a:lvl3pPr>
            <a:lvl4pPr indent="-228600" lvl="3" marL="1828800" algn="l">
              <a:lnSpc>
                <a:spcPct val="110000"/>
              </a:lnSpc>
              <a:spcBef>
                <a:spcPts val="500"/>
              </a:spcBef>
              <a:spcAft>
                <a:spcPts val="0"/>
              </a:spcAft>
              <a:buSzPts val="1600"/>
              <a:buNone/>
              <a:defRPr sz="1600">
                <a:solidFill>
                  <a:srgbClr val="8B8B8B"/>
                </a:solidFill>
              </a:defRPr>
            </a:lvl4pPr>
            <a:lvl5pPr indent="-228600" lvl="4" marL="2286000" algn="l">
              <a:lnSpc>
                <a:spcPct val="110000"/>
              </a:lnSpc>
              <a:spcBef>
                <a:spcPts val="500"/>
              </a:spcBef>
              <a:spcAft>
                <a:spcPts val="0"/>
              </a:spcAft>
              <a:buSzPts val="1600"/>
              <a:buNone/>
              <a:defRPr sz="1600">
                <a:solidFill>
                  <a:srgbClr val="8B8B8B"/>
                </a:solidFill>
              </a:defRPr>
            </a:lvl5pPr>
            <a:lvl6pPr indent="-228600" lvl="5" marL="2743200" algn="l">
              <a:lnSpc>
                <a:spcPct val="90000"/>
              </a:lnSpc>
              <a:spcBef>
                <a:spcPts val="500"/>
              </a:spcBef>
              <a:spcAft>
                <a:spcPts val="0"/>
              </a:spcAft>
              <a:buClr>
                <a:srgbClr val="8B8B8B"/>
              </a:buClr>
              <a:buSzPts val="1600"/>
              <a:buNone/>
              <a:defRPr sz="1600">
                <a:solidFill>
                  <a:srgbClr val="8B8B8B"/>
                </a:solidFill>
              </a:defRPr>
            </a:lvl6pPr>
            <a:lvl7pPr indent="-228600" lvl="6" marL="3200400" algn="l">
              <a:lnSpc>
                <a:spcPct val="90000"/>
              </a:lnSpc>
              <a:spcBef>
                <a:spcPts val="500"/>
              </a:spcBef>
              <a:spcAft>
                <a:spcPts val="0"/>
              </a:spcAft>
              <a:buClr>
                <a:srgbClr val="8B8B8B"/>
              </a:buClr>
              <a:buSzPts val="1600"/>
              <a:buNone/>
              <a:defRPr sz="1600">
                <a:solidFill>
                  <a:srgbClr val="8B8B8B"/>
                </a:solidFill>
              </a:defRPr>
            </a:lvl7pPr>
            <a:lvl8pPr indent="-228600" lvl="7" marL="3657600" algn="l">
              <a:lnSpc>
                <a:spcPct val="90000"/>
              </a:lnSpc>
              <a:spcBef>
                <a:spcPts val="500"/>
              </a:spcBef>
              <a:spcAft>
                <a:spcPts val="0"/>
              </a:spcAft>
              <a:buClr>
                <a:srgbClr val="8B8B8B"/>
              </a:buClr>
              <a:buSzPts val="1600"/>
              <a:buNone/>
              <a:defRPr sz="1600">
                <a:solidFill>
                  <a:srgbClr val="8B8B8B"/>
                </a:solidFill>
              </a:defRPr>
            </a:lvl8pPr>
            <a:lvl9pPr indent="-228600" lvl="8" marL="4114800" algn="l">
              <a:lnSpc>
                <a:spcPct val="90000"/>
              </a:lnSpc>
              <a:spcBef>
                <a:spcPts val="500"/>
              </a:spcBef>
              <a:spcAft>
                <a:spcPts val="0"/>
              </a:spcAft>
              <a:buClr>
                <a:srgbClr val="8B8B8B"/>
              </a:buClr>
              <a:buSzPts val="1600"/>
              <a:buNone/>
              <a:defRPr sz="1600">
                <a:solidFill>
                  <a:srgbClr val="8B8B8B"/>
                </a:solidFill>
              </a:defRPr>
            </a:lvl9pPr>
          </a:lstStyle>
          <a:p/>
        </p:txBody>
      </p:sp>
      <p:sp>
        <p:nvSpPr>
          <p:cNvPr id="32" name="Google Shape;32;p25"/>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5"/>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5" name="Shape 35"/>
        <p:cNvGrpSpPr/>
        <p:nvPr/>
      </p:nvGrpSpPr>
      <p:grpSpPr>
        <a:xfrm>
          <a:off x="0" y="0"/>
          <a:ext cx="0" cy="0"/>
          <a:chOff x="0" y="0"/>
          <a:chExt cx="0" cy="0"/>
        </a:xfrm>
      </p:grpSpPr>
      <p:sp>
        <p:nvSpPr>
          <p:cNvPr id="36" name="Google Shape;36;p26"/>
          <p:cNvSpPr txBox="1"/>
          <p:nvPr>
            <p:ph type="title"/>
          </p:nvPr>
        </p:nvSpPr>
        <p:spPr>
          <a:xfrm>
            <a:off x="609600" y="557784"/>
            <a:ext cx="10972800" cy="132556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26"/>
          <p:cNvSpPr txBox="1"/>
          <p:nvPr>
            <p:ph idx="1" type="body"/>
          </p:nvPr>
        </p:nvSpPr>
        <p:spPr>
          <a:xfrm>
            <a:off x="609600" y="2081369"/>
            <a:ext cx="5410200" cy="409559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a:lvl1pPr>
            <a:lvl2pPr indent="-228600" lvl="1" marL="914400" algn="l">
              <a:lnSpc>
                <a:spcPct val="110000"/>
              </a:lnSpc>
              <a:spcBef>
                <a:spcPts val="500"/>
              </a:spcBef>
              <a:spcAft>
                <a:spcPts val="0"/>
              </a:spcAft>
              <a:buSzPts val="1800"/>
              <a:buNone/>
              <a:defRPr/>
            </a:lvl2pPr>
            <a:lvl3pPr indent="-228600" lvl="2" marL="1371600" algn="l">
              <a:lnSpc>
                <a:spcPct val="110000"/>
              </a:lnSpc>
              <a:spcBef>
                <a:spcPts val="500"/>
              </a:spcBef>
              <a:spcAft>
                <a:spcPts val="0"/>
              </a:spcAft>
              <a:buSzPts val="1800"/>
              <a:buNone/>
              <a:defRPr/>
            </a:lvl3pPr>
            <a:lvl4pPr indent="-228600" lvl="3" marL="1828800" algn="l">
              <a:lnSpc>
                <a:spcPct val="110000"/>
              </a:lnSpc>
              <a:spcBef>
                <a:spcPts val="500"/>
              </a:spcBef>
              <a:spcAft>
                <a:spcPts val="0"/>
              </a:spcAft>
              <a:buSzPts val="1800"/>
              <a:buNone/>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26"/>
          <p:cNvSpPr txBox="1"/>
          <p:nvPr>
            <p:ph idx="2" type="body"/>
          </p:nvPr>
        </p:nvSpPr>
        <p:spPr>
          <a:xfrm>
            <a:off x="6172202" y="2081369"/>
            <a:ext cx="5410200" cy="409559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a:lvl1pPr>
            <a:lvl2pPr indent="-228600" lvl="1" marL="914400" algn="l">
              <a:lnSpc>
                <a:spcPct val="110000"/>
              </a:lnSpc>
              <a:spcBef>
                <a:spcPts val="500"/>
              </a:spcBef>
              <a:spcAft>
                <a:spcPts val="0"/>
              </a:spcAft>
              <a:buSzPts val="1800"/>
              <a:buNone/>
              <a:defRPr/>
            </a:lvl2pPr>
            <a:lvl3pPr indent="-228600" lvl="2" marL="1371600" algn="l">
              <a:lnSpc>
                <a:spcPct val="110000"/>
              </a:lnSpc>
              <a:spcBef>
                <a:spcPts val="500"/>
              </a:spcBef>
              <a:spcAft>
                <a:spcPts val="0"/>
              </a:spcAft>
              <a:buSzPts val="1800"/>
              <a:buNone/>
              <a:defRPr/>
            </a:lvl3pPr>
            <a:lvl4pPr indent="-228600" lvl="3" marL="1828800" algn="l">
              <a:lnSpc>
                <a:spcPct val="110000"/>
              </a:lnSpc>
              <a:spcBef>
                <a:spcPts val="500"/>
              </a:spcBef>
              <a:spcAft>
                <a:spcPts val="0"/>
              </a:spcAft>
              <a:buSzPts val="1800"/>
              <a:buNone/>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26"/>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6"/>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2" name="Shape 42"/>
        <p:cNvGrpSpPr/>
        <p:nvPr/>
      </p:nvGrpSpPr>
      <p:grpSpPr>
        <a:xfrm>
          <a:off x="0" y="0"/>
          <a:ext cx="0" cy="0"/>
          <a:chOff x="0" y="0"/>
          <a:chExt cx="0" cy="0"/>
        </a:xfrm>
      </p:grpSpPr>
      <p:sp>
        <p:nvSpPr>
          <p:cNvPr id="43" name="Google Shape;43;p27"/>
          <p:cNvSpPr txBox="1"/>
          <p:nvPr>
            <p:ph type="title"/>
          </p:nvPr>
        </p:nvSpPr>
        <p:spPr>
          <a:xfrm>
            <a:off x="609600" y="365125"/>
            <a:ext cx="10745788" cy="132556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7"/>
          <p:cNvSpPr txBox="1"/>
          <p:nvPr>
            <p:ph idx="1" type="body"/>
          </p:nvPr>
        </p:nvSpPr>
        <p:spPr>
          <a:xfrm>
            <a:off x="609600" y="1895096"/>
            <a:ext cx="5387975"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2400"/>
              <a:buNone/>
              <a:defRPr b="0" i="0" sz="2400"/>
            </a:lvl1pPr>
            <a:lvl2pPr indent="-228600" lvl="1" marL="914400" algn="l">
              <a:lnSpc>
                <a:spcPct val="110000"/>
              </a:lnSpc>
              <a:spcBef>
                <a:spcPts val="500"/>
              </a:spcBef>
              <a:spcAft>
                <a:spcPts val="0"/>
              </a:spcAft>
              <a:buSzPts val="2000"/>
              <a:buNone/>
              <a:defRPr b="1" sz="2000"/>
            </a:lvl2pPr>
            <a:lvl3pPr indent="-228600" lvl="2" marL="1371600" algn="l">
              <a:lnSpc>
                <a:spcPct val="110000"/>
              </a:lnSpc>
              <a:spcBef>
                <a:spcPts val="500"/>
              </a:spcBef>
              <a:spcAft>
                <a:spcPts val="0"/>
              </a:spcAft>
              <a:buSzPts val="1800"/>
              <a:buNone/>
              <a:defRPr b="1" sz="1800"/>
            </a:lvl3pPr>
            <a:lvl4pPr indent="-228600" lvl="3" marL="1828800" algn="l">
              <a:lnSpc>
                <a:spcPct val="110000"/>
              </a:lnSpc>
              <a:spcBef>
                <a:spcPts val="500"/>
              </a:spcBef>
              <a:spcAft>
                <a:spcPts val="0"/>
              </a:spcAft>
              <a:buSzPts val="1600"/>
              <a:buNone/>
              <a:defRPr b="1" sz="1600"/>
            </a:lvl4pPr>
            <a:lvl5pPr indent="-228600" lvl="4" marL="2286000" algn="l">
              <a:lnSpc>
                <a:spcPct val="11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7"/>
          <p:cNvSpPr txBox="1"/>
          <p:nvPr>
            <p:ph idx="2" type="body"/>
          </p:nvPr>
        </p:nvSpPr>
        <p:spPr>
          <a:xfrm>
            <a:off x="609600" y="2842211"/>
            <a:ext cx="5387975" cy="334745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a:lvl1pPr>
            <a:lvl2pPr indent="-228600" lvl="1" marL="914400" algn="l">
              <a:lnSpc>
                <a:spcPct val="110000"/>
              </a:lnSpc>
              <a:spcBef>
                <a:spcPts val="500"/>
              </a:spcBef>
              <a:spcAft>
                <a:spcPts val="0"/>
              </a:spcAft>
              <a:buSzPts val="1800"/>
              <a:buNone/>
              <a:defRPr/>
            </a:lvl2pPr>
            <a:lvl3pPr indent="-228600" lvl="2" marL="1371600" algn="l">
              <a:lnSpc>
                <a:spcPct val="110000"/>
              </a:lnSpc>
              <a:spcBef>
                <a:spcPts val="500"/>
              </a:spcBef>
              <a:spcAft>
                <a:spcPts val="0"/>
              </a:spcAft>
              <a:buSzPts val="1800"/>
              <a:buNone/>
              <a:defRPr/>
            </a:lvl3pPr>
            <a:lvl4pPr indent="-228600" lvl="3" marL="1828800" algn="l">
              <a:lnSpc>
                <a:spcPct val="110000"/>
              </a:lnSpc>
              <a:spcBef>
                <a:spcPts val="500"/>
              </a:spcBef>
              <a:spcAft>
                <a:spcPts val="0"/>
              </a:spcAft>
              <a:buSzPts val="1800"/>
              <a:buNone/>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7"/>
          <p:cNvSpPr txBox="1"/>
          <p:nvPr>
            <p:ph idx="3" type="body"/>
          </p:nvPr>
        </p:nvSpPr>
        <p:spPr>
          <a:xfrm>
            <a:off x="6167890" y="1895096"/>
            <a:ext cx="541451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110000"/>
              </a:lnSpc>
              <a:spcBef>
                <a:spcPts val="1000"/>
              </a:spcBef>
              <a:spcAft>
                <a:spcPts val="0"/>
              </a:spcAft>
              <a:buSzPts val="2400"/>
              <a:buNone/>
              <a:defRPr b="0" i="0" sz="2400"/>
            </a:lvl1pPr>
            <a:lvl2pPr indent="-228600" lvl="1" marL="914400" algn="l">
              <a:lnSpc>
                <a:spcPct val="110000"/>
              </a:lnSpc>
              <a:spcBef>
                <a:spcPts val="500"/>
              </a:spcBef>
              <a:spcAft>
                <a:spcPts val="0"/>
              </a:spcAft>
              <a:buSzPts val="2000"/>
              <a:buNone/>
              <a:defRPr b="1" sz="2000"/>
            </a:lvl2pPr>
            <a:lvl3pPr indent="-228600" lvl="2" marL="1371600" algn="l">
              <a:lnSpc>
                <a:spcPct val="110000"/>
              </a:lnSpc>
              <a:spcBef>
                <a:spcPts val="500"/>
              </a:spcBef>
              <a:spcAft>
                <a:spcPts val="0"/>
              </a:spcAft>
              <a:buSzPts val="1800"/>
              <a:buNone/>
              <a:defRPr b="1" sz="1800"/>
            </a:lvl3pPr>
            <a:lvl4pPr indent="-228600" lvl="3" marL="1828800" algn="l">
              <a:lnSpc>
                <a:spcPct val="110000"/>
              </a:lnSpc>
              <a:spcBef>
                <a:spcPts val="500"/>
              </a:spcBef>
              <a:spcAft>
                <a:spcPts val="0"/>
              </a:spcAft>
              <a:buSzPts val="1600"/>
              <a:buNone/>
              <a:defRPr b="1" sz="1600"/>
            </a:lvl4pPr>
            <a:lvl5pPr indent="-228600" lvl="4" marL="2286000" algn="l">
              <a:lnSpc>
                <a:spcPct val="110000"/>
              </a:lnSpc>
              <a:spcBef>
                <a:spcPts val="500"/>
              </a:spcBef>
              <a:spcAft>
                <a:spcPts val="0"/>
              </a:spcAft>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27"/>
          <p:cNvSpPr txBox="1"/>
          <p:nvPr>
            <p:ph idx="4" type="body"/>
          </p:nvPr>
        </p:nvSpPr>
        <p:spPr>
          <a:xfrm>
            <a:off x="6167890" y="2842211"/>
            <a:ext cx="5414510" cy="3347452"/>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a:lvl1pPr>
            <a:lvl2pPr indent="-228600" lvl="1" marL="914400" algn="l">
              <a:lnSpc>
                <a:spcPct val="110000"/>
              </a:lnSpc>
              <a:spcBef>
                <a:spcPts val="500"/>
              </a:spcBef>
              <a:spcAft>
                <a:spcPts val="0"/>
              </a:spcAft>
              <a:buSzPts val="1800"/>
              <a:buNone/>
              <a:defRPr/>
            </a:lvl2pPr>
            <a:lvl3pPr indent="-228600" lvl="2" marL="1371600" algn="l">
              <a:lnSpc>
                <a:spcPct val="110000"/>
              </a:lnSpc>
              <a:spcBef>
                <a:spcPts val="500"/>
              </a:spcBef>
              <a:spcAft>
                <a:spcPts val="0"/>
              </a:spcAft>
              <a:buSzPts val="1800"/>
              <a:buNone/>
              <a:defRPr/>
            </a:lvl3pPr>
            <a:lvl4pPr indent="-228600" lvl="3" marL="1828800" algn="l">
              <a:lnSpc>
                <a:spcPct val="110000"/>
              </a:lnSpc>
              <a:spcBef>
                <a:spcPts val="500"/>
              </a:spcBef>
              <a:spcAft>
                <a:spcPts val="0"/>
              </a:spcAft>
              <a:buSzPts val="1800"/>
              <a:buNone/>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27"/>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27"/>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1" name="Shape 51"/>
        <p:cNvGrpSpPr/>
        <p:nvPr/>
      </p:nvGrpSpPr>
      <p:grpSpPr>
        <a:xfrm>
          <a:off x="0" y="0"/>
          <a:ext cx="0" cy="0"/>
          <a:chOff x="0" y="0"/>
          <a:chExt cx="0" cy="0"/>
        </a:xfrm>
      </p:grpSpPr>
      <p:sp>
        <p:nvSpPr>
          <p:cNvPr id="52" name="Google Shape;52;p28"/>
          <p:cNvSpPr txBox="1"/>
          <p:nvPr>
            <p:ph type="title"/>
          </p:nvPr>
        </p:nvSpPr>
        <p:spPr>
          <a:xfrm>
            <a:off x="609600" y="557784"/>
            <a:ext cx="10972800" cy="132556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28"/>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8"/>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29"/>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9"/>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0" name="Shape 60"/>
        <p:cNvGrpSpPr/>
        <p:nvPr/>
      </p:nvGrpSpPr>
      <p:grpSpPr>
        <a:xfrm>
          <a:off x="0" y="0"/>
          <a:ext cx="0" cy="0"/>
          <a:chOff x="0" y="0"/>
          <a:chExt cx="0" cy="0"/>
        </a:xfrm>
      </p:grpSpPr>
      <p:sp>
        <p:nvSpPr>
          <p:cNvPr id="61" name="Google Shape;61;p30"/>
          <p:cNvSpPr txBox="1"/>
          <p:nvPr>
            <p:ph type="title"/>
          </p:nvPr>
        </p:nvSpPr>
        <p:spPr>
          <a:xfrm>
            <a:off x="612649" y="457199"/>
            <a:ext cx="4970822" cy="266020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30"/>
          <p:cNvSpPr txBox="1"/>
          <p:nvPr>
            <p:ph idx="1" type="body"/>
          </p:nvPr>
        </p:nvSpPr>
        <p:spPr>
          <a:xfrm>
            <a:off x="6096000" y="457200"/>
            <a:ext cx="5483352" cy="5744003"/>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800"/>
              <a:buNone/>
              <a:defRPr sz="2800"/>
            </a:lvl1pPr>
            <a:lvl2pPr indent="-228600" lvl="1" marL="914400" algn="l">
              <a:lnSpc>
                <a:spcPct val="110000"/>
              </a:lnSpc>
              <a:spcBef>
                <a:spcPts val="500"/>
              </a:spcBef>
              <a:spcAft>
                <a:spcPts val="0"/>
              </a:spcAft>
              <a:buSzPts val="2400"/>
              <a:buNone/>
              <a:defRPr sz="2400"/>
            </a:lvl2pPr>
            <a:lvl3pPr indent="-228600" lvl="2" marL="1371600" algn="l">
              <a:lnSpc>
                <a:spcPct val="110000"/>
              </a:lnSpc>
              <a:spcBef>
                <a:spcPts val="500"/>
              </a:spcBef>
              <a:spcAft>
                <a:spcPts val="0"/>
              </a:spcAft>
              <a:buSzPts val="2000"/>
              <a:buNone/>
              <a:defRPr sz="2000"/>
            </a:lvl3pPr>
            <a:lvl4pPr indent="-228600" lvl="3" marL="1828800" algn="l">
              <a:lnSpc>
                <a:spcPct val="110000"/>
              </a:lnSpc>
              <a:spcBef>
                <a:spcPts val="500"/>
              </a:spcBef>
              <a:spcAft>
                <a:spcPts val="0"/>
              </a:spcAft>
              <a:buSzPts val="1800"/>
              <a:buNone/>
              <a:defRPr sz="1800"/>
            </a:lvl4pPr>
            <a:lvl5pPr indent="-228600" lvl="4" marL="2286000" algn="l">
              <a:lnSpc>
                <a:spcPct val="110000"/>
              </a:lnSpc>
              <a:spcBef>
                <a:spcPts val="500"/>
              </a:spcBef>
              <a:spcAft>
                <a:spcPts val="0"/>
              </a:spcAft>
              <a:buSzPts val="1800"/>
              <a:buNone/>
              <a:defRPr sz="18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3" name="Google Shape;63;p30"/>
          <p:cNvSpPr txBox="1"/>
          <p:nvPr>
            <p:ph idx="2" type="body"/>
          </p:nvPr>
        </p:nvSpPr>
        <p:spPr>
          <a:xfrm>
            <a:off x="612649" y="3329989"/>
            <a:ext cx="4970822" cy="2871216"/>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2000"/>
              <a:buNone/>
              <a:defRPr sz="2000"/>
            </a:lvl1pPr>
            <a:lvl2pPr indent="-228600" lvl="1" marL="914400" algn="l">
              <a:lnSpc>
                <a:spcPct val="110000"/>
              </a:lnSpc>
              <a:spcBef>
                <a:spcPts val="500"/>
              </a:spcBef>
              <a:spcAft>
                <a:spcPts val="0"/>
              </a:spcAft>
              <a:buSzPts val="1400"/>
              <a:buNone/>
              <a:defRPr sz="1400"/>
            </a:lvl2pPr>
            <a:lvl3pPr indent="-228600" lvl="2" marL="1371600" algn="l">
              <a:lnSpc>
                <a:spcPct val="110000"/>
              </a:lnSpc>
              <a:spcBef>
                <a:spcPts val="500"/>
              </a:spcBef>
              <a:spcAft>
                <a:spcPts val="0"/>
              </a:spcAft>
              <a:buSzPts val="1200"/>
              <a:buNone/>
              <a:defRPr sz="1200"/>
            </a:lvl3pPr>
            <a:lvl4pPr indent="-228600" lvl="3" marL="1828800" algn="l">
              <a:lnSpc>
                <a:spcPct val="110000"/>
              </a:lnSpc>
              <a:spcBef>
                <a:spcPts val="500"/>
              </a:spcBef>
              <a:spcAft>
                <a:spcPts val="0"/>
              </a:spcAft>
              <a:buSzPts val="1000"/>
              <a:buNone/>
              <a:defRPr sz="1000"/>
            </a:lvl4pPr>
            <a:lvl5pPr indent="-228600" lvl="4" marL="2286000" algn="l">
              <a:lnSpc>
                <a:spcPct val="11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4" name="Google Shape;64;p30"/>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0"/>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7" name="Shape 67"/>
        <p:cNvGrpSpPr/>
        <p:nvPr/>
      </p:nvGrpSpPr>
      <p:grpSpPr>
        <a:xfrm>
          <a:off x="0" y="0"/>
          <a:ext cx="0" cy="0"/>
          <a:chOff x="0" y="0"/>
          <a:chExt cx="0" cy="0"/>
        </a:xfrm>
      </p:grpSpPr>
      <p:sp>
        <p:nvSpPr>
          <p:cNvPr id="68" name="Google Shape;68;p31"/>
          <p:cNvSpPr txBox="1"/>
          <p:nvPr>
            <p:ph type="title"/>
          </p:nvPr>
        </p:nvSpPr>
        <p:spPr>
          <a:xfrm>
            <a:off x="612649" y="457199"/>
            <a:ext cx="4970822" cy="2667485"/>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600"/>
              <a:buFont typeface="Arial"/>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31"/>
          <p:cNvSpPr/>
          <p:nvPr>
            <p:ph idx="2" type="pic"/>
          </p:nvPr>
        </p:nvSpPr>
        <p:spPr>
          <a:xfrm>
            <a:off x="6096000" y="457199"/>
            <a:ext cx="5483352" cy="5403851"/>
          </a:xfrm>
          <a:prstGeom prst="rect">
            <a:avLst/>
          </a:prstGeom>
          <a:noFill/>
          <a:ln>
            <a:noFill/>
          </a:ln>
        </p:spPr>
      </p:sp>
      <p:sp>
        <p:nvSpPr>
          <p:cNvPr id="70" name="Google Shape;70;p31"/>
          <p:cNvSpPr txBox="1"/>
          <p:nvPr>
            <p:ph idx="1" type="body"/>
          </p:nvPr>
        </p:nvSpPr>
        <p:spPr>
          <a:xfrm>
            <a:off x="612649" y="3322708"/>
            <a:ext cx="4970822" cy="254628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sz="1800"/>
            </a:lvl1pPr>
            <a:lvl2pPr indent="-228600" lvl="1" marL="914400" algn="l">
              <a:lnSpc>
                <a:spcPct val="110000"/>
              </a:lnSpc>
              <a:spcBef>
                <a:spcPts val="500"/>
              </a:spcBef>
              <a:spcAft>
                <a:spcPts val="0"/>
              </a:spcAft>
              <a:buSzPts val="1400"/>
              <a:buNone/>
              <a:defRPr sz="1400"/>
            </a:lvl2pPr>
            <a:lvl3pPr indent="-228600" lvl="2" marL="1371600" algn="l">
              <a:lnSpc>
                <a:spcPct val="110000"/>
              </a:lnSpc>
              <a:spcBef>
                <a:spcPts val="500"/>
              </a:spcBef>
              <a:spcAft>
                <a:spcPts val="0"/>
              </a:spcAft>
              <a:buSzPts val="1200"/>
              <a:buNone/>
              <a:defRPr sz="1200"/>
            </a:lvl3pPr>
            <a:lvl4pPr indent="-228600" lvl="3" marL="1828800" algn="l">
              <a:lnSpc>
                <a:spcPct val="110000"/>
              </a:lnSpc>
              <a:spcBef>
                <a:spcPts val="500"/>
              </a:spcBef>
              <a:spcAft>
                <a:spcPts val="0"/>
              </a:spcAft>
              <a:buSzPts val="1000"/>
              <a:buNone/>
              <a:defRPr sz="1000"/>
            </a:lvl4pPr>
            <a:lvl5pPr indent="-228600" lvl="4" marL="2286000" algn="l">
              <a:lnSpc>
                <a:spcPct val="110000"/>
              </a:lnSpc>
              <a:spcBef>
                <a:spcPts val="500"/>
              </a:spcBef>
              <a:spcAft>
                <a:spcPts val="0"/>
              </a:spcAft>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1" name="Google Shape;71;p31"/>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4" name="Shape 74"/>
        <p:cNvGrpSpPr/>
        <p:nvPr/>
      </p:nvGrpSpPr>
      <p:grpSpPr>
        <a:xfrm>
          <a:off x="0" y="0"/>
          <a:ext cx="0" cy="0"/>
          <a:chOff x="0" y="0"/>
          <a:chExt cx="0" cy="0"/>
        </a:xfrm>
      </p:grpSpPr>
      <p:sp>
        <p:nvSpPr>
          <p:cNvPr id="75" name="Google Shape;75;p32"/>
          <p:cNvSpPr txBox="1"/>
          <p:nvPr>
            <p:ph type="title"/>
          </p:nvPr>
        </p:nvSpPr>
        <p:spPr>
          <a:xfrm>
            <a:off x="609600" y="557784"/>
            <a:ext cx="10972800" cy="1325563"/>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2"/>
          <p:cNvSpPr txBox="1"/>
          <p:nvPr>
            <p:ph idx="1" type="body"/>
          </p:nvPr>
        </p:nvSpPr>
        <p:spPr>
          <a:xfrm rot="5400000">
            <a:off x="4077733" y="-1361929"/>
            <a:ext cx="4036534" cy="109728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a:lvl1pPr>
            <a:lvl2pPr indent="-228600" lvl="1" marL="914400" algn="l">
              <a:lnSpc>
                <a:spcPct val="110000"/>
              </a:lnSpc>
              <a:spcBef>
                <a:spcPts val="500"/>
              </a:spcBef>
              <a:spcAft>
                <a:spcPts val="0"/>
              </a:spcAft>
              <a:buSzPts val="1800"/>
              <a:buNone/>
              <a:defRPr/>
            </a:lvl2pPr>
            <a:lvl3pPr indent="-228600" lvl="2" marL="1371600" algn="l">
              <a:lnSpc>
                <a:spcPct val="110000"/>
              </a:lnSpc>
              <a:spcBef>
                <a:spcPts val="500"/>
              </a:spcBef>
              <a:spcAft>
                <a:spcPts val="0"/>
              </a:spcAft>
              <a:buSzPts val="1800"/>
              <a:buNone/>
              <a:defRPr/>
            </a:lvl3pPr>
            <a:lvl4pPr indent="-228600" lvl="3" marL="1828800" algn="l">
              <a:lnSpc>
                <a:spcPct val="110000"/>
              </a:lnSpc>
              <a:spcBef>
                <a:spcPts val="500"/>
              </a:spcBef>
              <a:spcAft>
                <a:spcPts val="0"/>
              </a:spcAft>
              <a:buSzPts val="1800"/>
              <a:buNone/>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2"/>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2"/>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0" name="Shape 80"/>
        <p:cNvGrpSpPr/>
        <p:nvPr/>
      </p:nvGrpSpPr>
      <p:grpSpPr>
        <a:xfrm>
          <a:off x="0" y="0"/>
          <a:ext cx="0" cy="0"/>
          <a:chOff x="0" y="0"/>
          <a:chExt cx="0" cy="0"/>
        </a:xfrm>
      </p:grpSpPr>
      <p:sp>
        <p:nvSpPr>
          <p:cNvPr id="81" name="Google Shape;81;p33"/>
          <p:cNvSpPr txBox="1"/>
          <p:nvPr>
            <p:ph type="title"/>
          </p:nvPr>
        </p:nvSpPr>
        <p:spPr>
          <a:xfrm rot="5400000">
            <a:off x="7330416" y="1952268"/>
            <a:ext cx="5643420" cy="2854452"/>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33"/>
          <p:cNvSpPr txBox="1"/>
          <p:nvPr>
            <p:ph idx="1" type="body"/>
          </p:nvPr>
        </p:nvSpPr>
        <p:spPr>
          <a:xfrm rot="5400000">
            <a:off x="1658088" y="-487656"/>
            <a:ext cx="5643420" cy="7734300"/>
          </a:xfrm>
          <a:prstGeom prst="rect">
            <a:avLst/>
          </a:prstGeom>
          <a:noFill/>
          <a:ln>
            <a:noFill/>
          </a:ln>
        </p:spPr>
        <p:txBody>
          <a:bodyPr anchorCtr="0" anchor="t" bIns="45700" lIns="91425" spcFirstLastPara="1" rIns="91425" wrap="square" tIns="45700">
            <a:normAutofit/>
          </a:bodyPr>
          <a:lstStyle>
            <a:lvl1pPr indent="-228600" lvl="0" marL="457200" algn="l">
              <a:lnSpc>
                <a:spcPct val="110000"/>
              </a:lnSpc>
              <a:spcBef>
                <a:spcPts val="1000"/>
              </a:spcBef>
              <a:spcAft>
                <a:spcPts val="0"/>
              </a:spcAft>
              <a:buSzPts val="1800"/>
              <a:buNone/>
              <a:defRPr/>
            </a:lvl1pPr>
            <a:lvl2pPr indent="-228600" lvl="1" marL="914400" algn="l">
              <a:lnSpc>
                <a:spcPct val="110000"/>
              </a:lnSpc>
              <a:spcBef>
                <a:spcPts val="500"/>
              </a:spcBef>
              <a:spcAft>
                <a:spcPts val="0"/>
              </a:spcAft>
              <a:buSzPts val="1800"/>
              <a:buNone/>
              <a:defRPr/>
            </a:lvl2pPr>
            <a:lvl3pPr indent="-228600" lvl="2" marL="1371600" algn="l">
              <a:lnSpc>
                <a:spcPct val="110000"/>
              </a:lnSpc>
              <a:spcBef>
                <a:spcPts val="500"/>
              </a:spcBef>
              <a:spcAft>
                <a:spcPts val="0"/>
              </a:spcAft>
              <a:buSzPts val="1800"/>
              <a:buNone/>
              <a:defRPr/>
            </a:lvl3pPr>
            <a:lvl4pPr indent="-228600" lvl="3" marL="1828800" algn="l">
              <a:lnSpc>
                <a:spcPct val="110000"/>
              </a:lnSpc>
              <a:spcBef>
                <a:spcPts val="500"/>
              </a:spcBef>
              <a:spcAft>
                <a:spcPts val="0"/>
              </a:spcAft>
              <a:buSzPts val="1800"/>
              <a:buNone/>
              <a:defRPr/>
            </a:lvl4pPr>
            <a:lvl5pPr indent="-228600" lvl="4" marL="2286000" algn="l">
              <a:lnSpc>
                <a:spcPct val="110000"/>
              </a:lnSpc>
              <a:spcBef>
                <a:spcPts val="500"/>
              </a:spcBef>
              <a:spcAft>
                <a:spcPts val="0"/>
              </a:spcAft>
              <a:buSzPts val="1800"/>
              <a:buNone/>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3" name="Google Shape;83;p33"/>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3"/>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4" name="Shape 94"/>
        <p:cNvGrpSpPr/>
        <p:nvPr/>
      </p:nvGrpSpPr>
      <p:grpSpPr>
        <a:xfrm>
          <a:off x="0" y="0"/>
          <a:ext cx="0" cy="0"/>
          <a:chOff x="0" y="0"/>
          <a:chExt cx="0" cy="0"/>
        </a:xfrm>
      </p:grpSpPr>
      <p:sp>
        <p:nvSpPr>
          <p:cNvPr id="95" name="Google Shape;95;p24"/>
          <p:cNvSpPr txBox="1"/>
          <p:nvPr>
            <p:ph type="ctrTitle"/>
          </p:nvPr>
        </p:nvSpPr>
        <p:spPr>
          <a:xfrm>
            <a:off x="612648" y="557783"/>
            <a:ext cx="10969752" cy="3130807"/>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5400"/>
              <a:buFont typeface="Arial"/>
              <a:buNone/>
              <a:defRPr sz="5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24"/>
          <p:cNvSpPr txBox="1"/>
          <p:nvPr>
            <p:ph idx="1" type="subTitle"/>
          </p:nvPr>
        </p:nvSpPr>
        <p:spPr>
          <a:xfrm>
            <a:off x="612648" y="3902206"/>
            <a:ext cx="10969752" cy="2240529"/>
          </a:xfrm>
          <a:prstGeom prst="rect">
            <a:avLst/>
          </a:prstGeom>
          <a:noFill/>
          <a:ln>
            <a:noFill/>
          </a:ln>
        </p:spPr>
        <p:txBody>
          <a:bodyPr anchorCtr="0" anchor="t" bIns="45700" lIns="91425" spcFirstLastPara="1" rIns="91425" wrap="square" tIns="45700">
            <a:normAutofit/>
          </a:bodyPr>
          <a:lstStyle>
            <a:lvl1pPr lvl="0" algn="l">
              <a:lnSpc>
                <a:spcPct val="110000"/>
              </a:lnSpc>
              <a:spcBef>
                <a:spcPts val="1000"/>
              </a:spcBef>
              <a:spcAft>
                <a:spcPts val="0"/>
              </a:spcAft>
              <a:buSzPts val="2000"/>
              <a:buNone/>
              <a:defRPr sz="2000"/>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p:txBody>
      </p:sp>
      <p:sp>
        <p:nvSpPr>
          <p:cNvPr id="97" name="Google Shape;97;p24"/>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4"/>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d-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20"/>
          <p:cNvSpPr/>
          <p:nvPr/>
        </p:nvSpPr>
        <p:spPr>
          <a:xfrm>
            <a:off x="0" y="0"/>
            <a:ext cx="12192001" cy="6858000"/>
          </a:xfrm>
          <a:prstGeom prst="rect">
            <a:avLst/>
          </a:prstGeom>
          <a:solidFill>
            <a:srgbClr val="AEAEAE">
              <a:alpha val="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 name="Google Shape;11;p20"/>
          <p:cNvSpPr/>
          <p:nvPr/>
        </p:nvSpPr>
        <p:spPr>
          <a:xfrm>
            <a:off x="-1" y="232968"/>
            <a:ext cx="9560477" cy="6625032"/>
          </a:xfrm>
          <a:custGeom>
            <a:rect b="b" l="l" r="r" t="t"/>
            <a:pathLst>
              <a:path extrusionOk="0" h="6858000" w="9263816">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2" name="Google Shape;12;p20"/>
          <p:cNvSpPr txBox="1"/>
          <p:nvPr>
            <p:ph type="title"/>
          </p:nvPr>
        </p:nvSpPr>
        <p:spPr>
          <a:xfrm>
            <a:off x="609600" y="557784"/>
            <a:ext cx="10972800" cy="1325563"/>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0"/>
          <p:cNvSpPr txBox="1"/>
          <p:nvPr>
            <p:ph idx="1" type="body"/>
          </p:nvPr>
        </p:nvSpPr>
        <p:spPr>
          <a:xfrm>
            <a:off x="609600" y="2106204"/>
            <a:ext cx="10972800" cy="4036534"/>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10000"/>
              </a:lnSpc>
              <a:spcBef>
                <a:spcPts val="1000"/>
              </a:spcBef>
              <a:spcAft>
                <a:spcPts val="0"/>
              </a:spcAft>
              <a:buClr>
                <a:schemeClr val="accent5"/>
              </a:buClr>
              <a:buSzPts val="2000"/>
              <a:buFont typeface="Avenir"/>
              <a:buNone/>
              <a:defRPr b="0" i="0" sz="2000" u="none" cap="none" strike="noStrike">
                <a:solidFill>
                  <a:schemeClr val="dk1"/>
                </a:solidFill>
                <a:latin typeface="Avenir"/>
                <a:ea typeface="Avenir"/>
                <a:cs typeface="Avenir"/>
                <a:sym typeface="Avenir"/>
              </a:defRPr>
            </a:lvl1pPr>
            <a:lvl2pPr indent="-228600" lvl="1" marL="914400" marR="0" rtl="0" algn="l">
              <a:lnSpc>
                <a:spcPct val="110000"/>
              </a:lnSpc>
              <a:spcBef>
                <a:spcPts val="500"/>
              </a:spcBef>
              <a:spcAft>
                <a:spcPts val="0"/>
              </a:spcAft>
              <a:buClr>
                <a:schemeClr val="accent5"/>
              </a:buClr>
              <a:buSzPts val="1800"/>
              <a:buFont typeface="Avenir"/>
              <a:buNone/>
              <a:defRPr b="0" i="0" sz="1800" u="none" cap="none" strike="noStrike">
                <a:solidFill>
                  <a:schemeClr val="dk1"/>
                </a:solidFill>
                <a:latin typeface="Avenir"/>
                <a:ea typeface="Avenir"/>
                <a:cs typeface="Avenir"/>
                <a:sym typeface="Avenir"/>
              </a:defRPr>
            </a:lvl2pPr>
            <a:lvl3pPr indent="-228600" lvl="2" marL="1371600" marR="0" rtl="0" algn="l">
              <a:lnSpc>
                <a:spcPct val="110000"/>
              </a:lnSpc>
              <a:spcBef>
                <a:spcPts val="500"/>
              </a:spcBef>
              <a:spcAft>
                <a:spcPts val="0"/>
              </a:spcAft>
              <a:buClr>
                <a:schemeClr val="accent5"/>
              </a:buClr>
              <a:buSzPts val="1600"/>
              <a:buFont typeface="Avenir"/>
              <a:buNone/>
              <a:defRPr b="0" i="0" sz="1600" u="none" cap="none" strike="noStrike">
                <a:solidFill>
                  <a:schemeClr val="dk1"/>
                </a:solidFill>
                <a:latin typeface="Avenir"/>
                <a:ea typeface="Avenir"/>
                <a:cs typeface="Avenir"/>
                <a:sym typeface="Avenir"/>
              </a:defRPr>
            </a:lvl3pPr>
            <a:lvl4pPr indent="-228600" lvl="3" marL="1828800" marR="0" rtl="0" algn="l">
              <a:lnSpc>
                <a:spcPct val="110000"/>
              </a:lnSpc>
              <a:spcBef>
                <a:spcPts val="500"/>
              </a:spcBef>
              <a:spcAft>
                <a:spcPts val="0"/>
              </a:spcAft>
              <a:buClr>
                <a:schemeClr val="accent5"/>
              </a:buClr>
              <a:buSzPts val="1400"/>
              <a:buFont typeface="Avenir"/>
              <a:buNone/>
              <a:defRPr b="0" i="0" sz="1400" u="none" cap="none" strike="noStrike">
                <a:solidFill>
                  <a:schemeClr val="dk1"/>
                </a:solidFill>
                <a:latin typeface="Avenir"/>
                <a:ea typeface="Avenir"/>
                <a:cs typeface="Avenir"/>
                <a:sym typeface="Avenir"/>
              </a:defRPr>
            </a:lvl4pPr>
            <a:lvl5pPr indent="-228600" lvl="4" marL="2286000" marR="0" rtl="0" algn="l">
              <a:lnSpc>
                <a:spcPct val="110000"/>
              </a:lnSpc>
              <a:spcBef>
                <a:spcPts val="500"/>
              </a:spcBef>
              <a:spcAft>
                <a:spcPts val="0"/>
              </a:spcAft>
              <a:buClr>
                <a:schemeClr val="accent5"/>
              </a:buClr>
              <a:buSzPts val="1400"/>
              <a:buFont typeface="Avenir"/>
              <a:buNone/>
              <a:defRPr b="0" i="0" sz="1400" u="none" cap="none" strike="noStrike">
                <a:solidFill>
                  <a:schemeClr val="dk1"/>
                </a:solidFill>
                <a:latin typeface="Avenir"/>
                <a:ea typeface="Avenir"/>
                <a:cs typeface="Avenir"/>
                <a:sym typeface="Avenir"/>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venir"/>
                <a:ea typeface="Avenir"/>
                <a:cs typeface="Avenir"/>
                <a:sym typeface="Avenir"/>
              </a:defRPr>
            </a:lvl9pPr>
          </a:lstStyle>
          <a:p/>
        </p:txBody>
      </p:sp>
      <p:sp>
        <p:nvSpPr>
          <p:cNvPr id="14" name="Google Shape;14;p20"/>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800" u="none" cap="none" strike="noStrike">
                <a:solidFill>
                  <a:schemeClr val="dk1"/>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5" name="Google Shape;1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800" u="none" cap="none" strike="noStrike">
                <a:solidFill>
                  <a:schemeClr val="dk1"/>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dk1"/>
                </a:solidFill>
                <a:latin typeface="Avenir"/>
                <a:ea typeface="Avenir"/>
                <a:cs typeface="Avenir"/>
                <a:sym typeface="Avenir"/>
              </a:defRPr>
            </a:lvl9pPr>
          </a:lstStyle>
          <a:p/>
        </p:txBody>
      </p:sp>
      <p:sp>
        <p:nvSpPr>
          <p:cNvPr id="16" name="Google Shape;16;p20"/>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800" u="none" cap="none" strike="noStrike">
                <a:solidFill>
                  <a:schemeClr val="dk1"/>
                </a:solidFill>
                <a:latin typeface="Avenir"/>
                <a:ea typeface="Avenir"/>
                <a:cs typeface="Avenir"/>
                <a:sym typeface="Avenir"/>
              </a:defRPr>
            </a:lvl1pPr>
            <a:lvl2pPr indent="0" lvl="1" marL="0" marR="0" rtl="0" algn="r">
              <a:spcBef>
                <a:spcPts val="0"/>
              </a:spcBef>
              <a:buNone/>
              <a:defRPr b="0" i="0" sz="800" u="none" cap="none" strike="noStrike">
                <a:solidFill>
                  <a:schemeClr val="dk1"/>
                </a:solidFill>
                <a:latin typeface="Avenir"/>
                <a:ea typeface="Avenir"/>
                <a:cs typeface="Avenir"/>
                <a:sym typeface="Avenir"/>
              </a:defRPr>
            </a:lvl2pPr>
            <a:lvl3pPr indent="0" lvl="2" marL="0" marR="0" rtl="0" algn="r">
              <a:spcBef>
                <a:spcPts val="0"/>
              </a:spcBef>
              <a:buNone/>
              <a:defRPr b="0" i="0" sz="800" u="none" cap="none" strike="noStrike">
                <a:solidFill>
                  <a:schemeClr val="dk1"/>
                </a:solidFill>
                <a:latin typeface="Avenir"/>
                <a:ea typeface="Avenir"/>
                <a:cs typeface="Avenir"/>
                <a:sym typeface="Avenir"/>
              </a:defRPr>
            </a:lvl3pPr>
            <a:lvl4pPr indent="0" lvl="3" marL="0" marR="0" rtl="0" algn="r">
              <a:spcBef>
                <a:spcPts val="0"/>
              </a:spcBef>
              <a:buNone/>
              <a:defRPr b="0" i="0" sz="800" u="none" cap="none" strike="noStrike">
                <a:solidFill>
                  <a:schemeClr val="dk1"/>
                </a:solidFill>
                <a:latin typeface="Avenir"/>
                <a:ea typeface="Avenir"/>
                <a:cs typeface="Avenir"/>
                <a:sym typeface="Avenir"/>
              </a:defRPr>
            </a:lvl4pPr>
            <a:lvl5pPr indent="0" lvl="4" marL="0" marR="0" rtl="0" algn="r">
              <a:spcBef>
                <a:spcPts val="0"/>
              </a:spcBef>
              <a:buNone/>
              <a:defRPr b="0" i="0" sz="800" u="none" cap="none" strike="noStrike">
                <a:solidFill>
                  <a:schemeClr val="dk1"/>
                </a:solidFill>
                <a:latin typeface="Avenir"/>
                <a:ea typeface="Avenir"/>
                <a:cs typeface="Avenir"/>
                <a:sym typeface="Avenir"/>
              </a:defRPr>
            </a:lvl5pPr>
            <a:lvl6pPr indent="0" lvl="5" marL="0" marR="0" rtl="0" algn="r">
              <a:spcBef>
                <a:spcPts val="0"/>
              </a:spcBef>
              <a:buNone/>
              <a:defRPr b="0" i="0" sz="800" u="none" cap="none" strike="noStrike">
                <a:solidFill>
                  <a:schemeClr val="dk1"/>
                </a:solidFill>
                <a:latin typeface="Avenir"/>
                <a:ea typeface="Avenir"/>
                <a:cs typeface="Avenir"/>
                <a:sym typeface="Avenir"/>
              </a:defRPr>
            </a:lvl6pPr>
            <a:lvl7pPr indent="0" lvl="6" marL="0" marR="0" rtl="0" algn="r">
              <a:spcBef>
                <a:spcPts val="0"/>
              </a:spcBef>
              <a:buNone/>
              <a:defRPr b="0" i="0" sz="800" u="none" cap="none" strike="noStrike">
                <a:solidFill>
                  <a:schemeClr val="dk1"/>
                </a:solidFill>
                <a:latin typeface="Avenir"/>
                <a:ea typeface="Avenir"/>
                <a:cs typeface="Avenir"/>
                <a:sym typeface="Avenir"/>
              </a:defRPr>
            </a:lvl7pPr>
            <a:lvl8pPr indent="0" lvl="7" marL="0" marR="0" rtl="0" algn="r">
              <a:spcBef>
                <a:spcPts val="0"/>
              </a:spcBef>
              <a:buNone/>
              <a:defRPr b="0" i="0" sz="800" u="none" cap="none" strike="noStrike">
                <a:solidFill>
                  <a:schemeClr val="dk1"/>
                </a:solidFill>
                <a:latin typeface="Avenir"/>
                <a:ea typeface="Avenir"/>
                <a:cs typeface="Avenir"/>
                <a:sym typeface="Avenir"/>
              </a:defRPr>
            </a:lvl8pPr>
            <a:lvl9pPr indent="0" lvl="8" marL="0" marR="0" rtl="0" algn="r">
              <a:spcBef>
                <a:spcPts val="0"/>
              </a:spcBef>
              <a:buNone/>
              <a:defRPr b="0" i="0" sz="800" u="none" cap="none" strike="noStrike">
                <a:solidFill>
                  <a:schemeClr val="dk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id-ID"/>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86" name="Shape 86"/>
        <p:cNvGrpSpPr/>
        <p:nvPr/>
      </p:nvGrpSpPr>
      <p:grpSpPr>
        <a:xfrm>
          <a:off x="0" y="0"/>
          <a:ext cx="0" cy="0"/>
          <a:chOff x="0" y="0"/>
          <a:chExt cx="0" cy="0"/>
        </a:xfrm>
      </p:grpSpPr>
      <p:sp>
        <p:nvSpPr>
          <p:cNvPr id="87" name="Google Shape;87;p23"/>
          <p:cNvSpPr/>
          <p:nvPr/>
        </p:nvSpPr>
        <p:spPr>
          <a:xfrm>
            <a:off x="0" y="0"/>
            <a:ext cx="12192001" cy="6858000"/>
          </a:xfrm>
          <a:prstGeom prst="rect">
            <a:avLst/>
          </a:prstGeom>
          <a:solidFill>
            <a:srgbClr val="AEAEAE">
              <a:alpha val="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88" name="Google Shape;88;p23"/>
          <p:cNvSpPr/>
          <p:nvPr/>
        </p:nvSpPr>
        <p:spPr>
          <a:xfrm>
            <a:off x="-1" y="232968"/>
            <a:ext cx="9560477" cy="6625032"/>
          </a:xfrm>
          <a:custGeom>
            <a:rect b="b" l="l" r="r" t="t"/>
            <a:pathLst>
              <a:path extrusionOk="0" h="6858000" w="9263816">
                <a:moveTo>
                  <a:pt x="8831314" y="5943878"/>
                </a:moveTo>
                <a:cubicBezTo>
                  <a:pt x="8964281" y="5927490"/>
                  <a:pt x="9096260" y="5981362"/>
                  <a:pt x="9179783" y="6086141"/>
                </a:cubicBezTo>
                <a:cubicBezTo>
                  <a:pt x="9224074" y="6141769"/>
                  <a:pt x="9252211" y="6208560"/>
                  <a:pt x="9260887" y="6279156"/>
                </a:cubicBezTo>
                <a:cubicBezTo>
                  <a:pt x="9286897" y="6490362"/>
                  <a:pt x="9136845" y="6682672"/>
                  <a:pt x="8925621" y="6708712"/>
                </a:cubicBezTo>
                <a:cubicBezTo>
                  <a:pt x="8714398" y="6734766"/>
                  <a:pt x="8522062" y="6584655"/>
                  <a:pt x="8496050" y="6373449"/>
                </a:cubicBezTo>
                <a:cubicBezTo>
                  <a:pt x="8470038" y="6162229"/>
                  <a:pt x="8620090" y="5969920"/>
                  <a:pt x="8831314" y="5943878"/>
                </a:cubicBezTo>
                <a:close/>
                <a:moveTo>
                  <a:pt x="7397485" y="5931706"/>
                </a:moveTo>
                <a:cubicBezTo>
                  <a:pt x="7598431" y="5931157"/>
                  <a:pt x="7792965" y="6024548"/>
                  <a:pt x="7917779" y="6191864"/>
                </a:cubicBezTo>
                <a:cubicBezTo>
                  <a:pt x="7959204" y="6247714"/>
                  <a:pt x="7991530" y="6309792"/>
                  <a:pt x="8013467" y="6375784"/>
                </a:cubicBezTo>
                <a:cubicBezTo>
                  <a:pt x="8055425" y="6502973"/>
                  <a:pt x="8055748" y="6633888"/>
                  <a:pt x="8021879" y="6753751"/>
                </a:cubicBezTo>
                <a:lnTo>
                  <a:pt x="7981316" y="6858000"/>
                </a:lnTo>
                <a:lnTo>
                  <a:pt x="6819486" y="6858000"/>
                </a:lnTo>
                <a:lnTo>
                  <a:pt x="6785199" y="6781101"/>
                </a:lnTo>
                <a:cubicBezTo>
                  <a:pt x="6673307" y="6441922"/>
                  <a:pt x="6857485" y="6076251"/>
                  <a:pt x="7196747" y="5964309"/>
                </a:cubicBezTo>
                <a:cubicBezTo>
                  <a:pt x="7262809" y="5942509"/>
                  <a:pt x="7330503" y="5931889"/>
                  <a:pt x="7397485" y="5931706"/>
                </a:cubicBezTo>
                <a:close/>
                <a:moveTo>
                  <a:pt x="1505570" y="227178"/>
                </a:moveTo>
                <a:cubicBezTo>
                  <a:pt x="1691018" y="218628"/>
                  <a:pt x="1889853" y="275403"/>
                  <a:pt x="2026489" y="392370"/>
                </a:cubicBezTo>
                <a:cubicBezTo>
                  <a:pt x="2369898" y="685965"/>
                  <a:pt x="2078266" y="1147857"/>
                  <a:pt x="2444553" y="1654853"/>
                </a:cubicBezTo>
                <a:cubicBezTo>
                  <a:pt x="2492906" y="1721679"/>
                  <a:pt x="2800482" y="2144546"/>
                  <a:pt x="3183153" y="2116208"/>
                </a:cubicBezTo>
                <a:cubicBezTo>
                  <a:pt x="3673561" y="2080541"/>
                  <a:pt x="3723222" y="1441614"/>
                  <a:pt x="4288384" y="1291908"/>
                </a:cubicBezTo>
                <a:cubicBezTo>
                  <a:pt x="4689065" y="1185875"/>
                  <a:pt x="5207943" y="1366633"/>
                  <a:pt x="5472602" y="1697818"/>
                </a:cubicBezTo>
                <a:cubicBezTo>
                  <a:pt x="5891294" y="2221754"/>
                  <a:pt x="5408012" y="2790179"/>
                  <a:pt x="5844697" y="3444791"/>
                </a:cubicBezTo>
                <a:cubicBezTo>
                  <a:pt x="6149900" y="3902467"/>
                  <a:pt x="6672672" y="4053594"/>
                  <a:pt x="6715674" y="4065208"/>
                </a:cubicBezTo>
                <a:cubicBezTo>
                  <a:pt x="7326423" y="4232519"/>
                  <a:pt x="7677158" y="3817020"/>
                  <a:pt x="8130429" y="4101787"/>
                </a:cubicBezTo>
                <a:cubicBezTo>
                  <a:pt x="8226340" y="4161985"/>
                  <a:pt x="8536372" y="4356819"/>
                  <a:pt x="8624630" y="4686202"/>
                </a:cubicBezTo>
                <a:lnTo>
                  <a:pt x="8623843" y="4685749"/>
                </a:lnTo>
                <a:cubicBezTo>
                  <a:pt x="8636924" y="4734567"/>
                  <a:pt x="8644635" y="4784678"/>
                  <a:pt x="8646859" y="4835156"/>
                </a:cubicBezTo>
                <a:cubicBezTo>
                  <a:pt x="8662596" y="5196604"/>
                  <a:pt x="8398383" y="5562326"/>
                  <a:pt x="8079403" y="5661624"/>
                </a:cubicBezTo>
                <a:cubicBezTo>
                  <a:pt x="7649807" y="5795217"/>
                  <a:pt x="7430996" y="5350293"/>
                  <a:pt x="6833105" y="5397208"/>
                </a:cubicBezTo>
                <a:cubicBezTo>
                  <a:pt x="6519033" y="5421527"/>
                  <a:pt x="6056658" y="5595550"/>
                  <a:pt x="5900832" y="5944462"/>
                </a:cubicBezTo>
                <a:cubicBezTo>
                  <a:pt x="5770548" y="6236600"/>
                  <a:pt x="5916359" y="6515160"/>
                  <a:pt x="6067212" y="6811916"/>
                </a:cubicBezTo>
                <a:lnTo>
                  <a:pt x="6089565" y="6858000"/>
                </a:lnTo>
                <a:lnTo>
                  <a:pt x="0" y="6858000"/>
                </a:lnTo>
                <a:lnTo>
                  <a:pt x="0" y="2181377"/>
                </a:lnTo>
                <a:lnTo>
                  <a:pt x="73069" y="2215839"/>
                </a:lnTo>
                <a:cubicBezTo>
                  <a:pt x="165116" y="2251829"/>
                  <a:pt x="254486" y="2263171"/>
                  <a:pt x="335445" y="2237140"/>
                </a:cubicBezTo>
                <a:cubicBezTo>
                  <a:pt x="594718" y="2153707"/>
                  <a:pt x="688441" y="1733807"/>
                  <a:pt x="752878" y="1445285"/>
                </a:cubicBezTo>
                <a:cubicBezTo>
                  <a:pt x="925059" y="674068"/>
                  <a:pt x="975076" y="456292"/>
                  <a:pt x="1202551" y="314229"/>
                </a:cubicBezTo>
                <a:cubicBezTo>
                  <a:pt x="1287853" y="260956"/>
                  <a:pt x="1394302" y="232308"/>
                  <a:pt x="1505570" y="227178"/>
                </a:cubicBezTo>
                <a:close/>
                <a:moveTo>
                  <a:pt x="3142509" y="68854"/>
                </a:moveTo>
                <a:cubicBezTo>
                  <a:pt x="3275474" y="52467"/>
                  <a:pt x="3407455" y="106339"/>
                  <a:pt x="3490978" y="211117"/>
                </a:cubicBezTo>
                <a:cubicBezTo>
                  <a:pt x="3535271" y="266744"/>
                  <a:pt x="3563404" y="333535"/>
                  <a:pt x="3572083" y="404131"/>
                </a:cubicBezTo>
                <a:cubicBezTo>
                  <a:pt x="3598092" y="615337"/>
                  <a:pt x="3448040" y="807648"/>
                  <a:pt x="3236814" y="833688"/>
                </a:cubicBezTo>
                <a:cubicBezTo>
                  <a:pt x="3025594" y="859741"/>
                  <a:pt x="2833255" y="709631"/>
                  <a:pt x="2807245" y="498425"/>
                </a:cubicBezTo>
                <a:cubicBezTo>
                  <a:pt x="2781232" y="287207"/>
                  <a:pt x="2931283" y="94896"/>
                  <a:pt x="3142509" y="68854"/>
                </a:cubicBezTo>
                <a:close/>
                <a:moveTo>
                  <a:pt x="0" y="0"/>
                </a:moveTo>
                <a:lnTo>
                  <a:pt x="39858" y="0"/>
                </a:lnTo>
                <a:lnTo>
                  <a:pt x="65022" y="5834"/>
                </a:lnTo>
                <a:cubicBezTo>
                  <a:pt x="191545" y="45606"/>
                  <a:pt x="305874" y="124173"/>
                  <a:pt x="389258" y="235630"/>
                </a:cubicBezTo>
                <a:cubicBezTo>
                  <a:pt x="430983" y="291600"/>
                  <a:pt x="463360" y="353876"/>
                  <a:pt x="485484" y="420070"/>
                </a:cubicBezTo>
                <a:cubicBezTo>
                  <a:pt x="597711" y="759508"/>
                  <a:pt x="413661" y="1125662"/>
                  <a:pt x="74229" y="1237955"/>
                </a:cubicBezTo>
                <a:lnTo>
                  <a:pt x="0" y="1254477"/>
                </a:lnTo>
                <a:close/>
              </a:path>
            </a:pathLst>
          </a:cu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89" name="Google Shape;89;p23"/>
          <p:cNvSpPr txBox="1"/>
          <p:nvPr>
            <p:ph type="title"/>
          </p:nvPr>
        </p:nvSpPr>
        <p:spPr>
          <a:xfrm>
            <a:off x="609600" y="557784"/>
            <a:ext cx="10972800" cy="1325563"/>
          </a:xfrm>
          <a:prstGeom prst="rect">
            <a:avLst/>
          </a:prstGeom>
          <a:noFill/>
          <a:ln>
            <a:noFill/>
          </a:ln>
        </p:spPr>
        <p:txBody>
          <a:bodyPr anchorCtr="0" anchor="b" bIns="45700" lIns="91425" spcFirstLastPara="1" rIns="91425" wrap="square" tIns="45700">
            <a:normAutofit/>
          </a:bodyPr>
          <a:lstStyle>
            <a:lvl1pPr lvl="0" marR="0" rtl="0" algn="l">
              <a:lnSpc>
                <a:spcPct val="100000"/>
              </a:lnSpc>
              <a:spcBef>
                <a:spcPts val="0"/>
              </a:spcBef>
              <a:spcAft>
                <a:spcPts val="0"/>
              </a:spcAft>
              <a:buClr>
                <a:schemeClr val="lt1"/>
              </a:buClr>
              <a:buSzPts val="4400"/>
              <a:buFont typeface="Arial"/>
              <a:buNone/>
              <a:defRPr b="0" i="0" sz="4400" u="none" cap="none" strike="noStrike">
                <a:solidFill>
                  <a:schemeClr val="lt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0" name="Google Shape;90;p23"/>
          <p:cNvSpPr txBox="1"/>
          <p:nvPr>
            <p:ph idx="1" type="body"/>
          </p:nvPr>
        </p:nvSpPr>
        <p:spPr>
          <a:xfrm>
            <a:off x="609600" y="2106204"/>
            <a:ext cx="10972800" cy="4036534"/>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110000"/>
              </a:lnSpc>
              <a:spcBef>
                <a:spcPts val="1000"/>
              </a:spcBef>
              <a:spcAft>
                <a:spcPts val="0"/>
              </a:spcAft>
              <a:buClr>
                <a:schemeClr val="accent5"/>
              </a:buClr>
              <a:buSzPts val="2000"/>
              <a:buFont typeface="Avenir"/>
              <a:buNone/>
              <a:defRPr b="0" i="0" sz="2000" u="none" cap="none" strike="noStrike">
                <a:solidFill>
                  <a:schemeClr val="lt1"/>
                </a:solidFill>
                <a:latin typeface="Avenir"/>
                <a:ea typeface="Avenir"/>
                <a:cs typeface="Avenir"/>
                <a:sym typeface="Avenir"/>
              </a:defRPr>
            </a:lvl1pPr>
            <a:lvl2pPr indent="-228600" lvl="1" marL="914400" marR="0" rtl="0" algn="l">
              <a:lnSpc>
                <a:spcPct val="110000"/>
              </a:lnSpc>
              <a:spcBef>
                <a:spcPts val="500"/>
              </a:spcBef>
              <a:spcAft>
                <a:spcPts val="0"/>
              </a:spcAft>
              <a:buClr>
                <a:schemeClr val="accent5"/>
              </a:buClr>
              <a:buSzPts val="1800"/>
              <a:buFont typeface="Avenir"/>
              <a:buNone/>
              <a:defRPr b="0" i="0" sz="1800" u="none" cap="none" strike="noStrike">
                <a:solidFill>
                  <a:schemeClr val="lt1"/>
                </a:solidFill>
                <a:latin typeface="Avenir"/>
                <a:ea typeface="Avenir"/>
                <a:cs typeface="Avenir"/>
                <a:sym typeface="Avenir"/>
              </a:defRPr>
            </a:lvl2pPr>
            <a:lvl3pPr indent="-228600" lvl="2" marL="1371600" marR="0" rtl="0" algn="l">
              <a:lnSpc>
                <a:spcPct val="110000"/>
              </a:lnSpc>
              <a:spcBef>
                <a:spcPts val="500"/>
              </a:spcBef>
              <a:spcAft>
                <a:spcPts val="0"/>
              </a:spcAft>
              <a:buClr>
                <a:schemeClr val="accent5"/>
              </a:buClr>
              <a:buSzPts val="1600"/>
              <a:buFont typeface="Avenir"/>
              <a:buNone/>
              <a:defRPr b="0" i="0" sz="1600" u="none" cap="none" strike="noStrike">
                <a:solidFill>
                  <a:schemeClr val="lt1"/>
                </a:solidFill>
                <a:latin typeface="Avenir"/>
                <a:ea typeface="Avenir"/>
                <a:cs typeface="Avenir"/>
                <a:sym typeface="Avenir"/>
              </a:defRPr>
            </a:lvl3pPr>
            <a:lvl4pPr indent="-228600" lvl="3" marL="1828800" marR="0" rtl="0" algn="l">
              <a:lnSpc>
                <a:spcPct val="110000"/>
              </a:lnSpc>
              <a:spcBef>
                <a:spcPts val="500"/>
              </a:spcBef>
              <a:spcAft>
                <a:spcPts val="0"/>
              </a:spcAft>
              <a:buClr>
                <a:schemeClr val="accent5"/>
              </a:buClr>
              <a:buSzPts val="1400"/>
              <a:buFont typeface="Avenir"/>
              <a:buNone/>
              <a:defRPr b="0" i="0" sz="1400" u="none" cap="none" strike="noStrike">
                <a:solidFill>
                  <a:schemeClr val="lt1"/>
                </a:solidFill>
                <a:latin typeface="Avenir"/>
                <a:ea typeface="Avenir"/>
                <a:cs typeface="Avenir"/>
                <a:sym typeface="Avenir"/>
              </a:defRPr>
            </a:lvl4pPr>
            <a:lvl5pPr indent="-228600" lvl="4" marL="2286000" marR="0" rtl="0" algn="l">
              <a:lnSpc>
                <a:spcPct val="110000"/>
              </a:lnSpc>
              <a:spcBef>
                <a:spcPts val="500"/>
              </a:spcBef>
              <a:spcAft>
                <a:spcPts val="0"/>
              </a:spcAft>
              <a:buClr>
                <a:schemeClr val="accent5"/>
              </a:buClr>
              <a:buSzPts val="1400"/>
              <a:buFont typeface="Avenir"/>
              <a:buNone/>
              <a:defRPr b="0" i="0" sz="1400" u="none" cap="none" strike="noStrike">
                <a:solidFill>
                  <a:schemeClr val="lt1"/>
                </a:solidFill>
                <a:latin typeface="Avenir"/>
                <a:ea typeface="Avenir"/>
                <a:cs typeface="Avenir"/>
                <a:sym typeface="Avenir"/>
              </a:defRPr>
            </a:lvl5pPr>
            <a:lvl6pPr indent="-342900" lvl="5" marL="27432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venir"/>
                <a:ea typeface="Avenir"/>
                <a:cs typeface="Avenir"/>
                <a:sym typeface="Avenir"/>
              </a:defRPr>
            </a:lvl6pPr>
            <a:lvl7pPr indent="-342900" lvl="6" marL="32004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venir"/>
                <a:ea typeface="Avenir"/>
                <a:cs typeface="Avenir"/>
                <a:sym typeface="Avenir"/>
              </a:defRPr>
            </a:lvl7pPr>
            <a:lvl8pPr indent="-342900" lvl="7" marL="36576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venir"/>
                <a:ea typeface="Avenir"/>
                <a:cs typeface="Avenir"/>
                <a:sym typeface="Avenir"/>
              </a:defRPr>
            </a:lvl8pPr>
            <a:lvl9pPr indent="-342900" lvl="8" marL="4114800" marR="0" rtl="0" algn="l">
              <a:lnSpc>
                <a:spcPct val="90000"/>
              </a:lnSpc>
              <a:spcBef>
                <a:spcPts val="500"/>
              </a:spcBef>
              <a:spcAft>
                <a:spcPts val="0"/>
              </a:spcAft>
              <a:buClr>
                <a:schemeClr val="lt1"/>
              </a:buClr>
              <a:buSzPts val="1800"/>
              <a:buFont typeface="Arial"/>
              <a:buChar char="•"/>
              <a:defRPr b="0" i="0" sz="1800" u="none" cap="none" strike="noStrike">
                <a:solidFill>
                  <a:schemeClr val="lt1"/>
                </a:solidFill>
                <a:latin typeface="Avenir"/>
                <a:ea typeface="Avenir"/>
                <a:cs typeface="Avenir"/>
                <a:sym typeface="Avenir"/>
              </a:defRPr>
            </a:lvl9pPr>
          </a:lstStyle>
          <a:p/>
        </p:txBody>
      </p:sp>
      <p:sp>
        <p:nvSpPr>
          <p:cNvPr id="91" name="Google Shape;91;p23"/>
          <p:cNvSpPr txBox="1"/>
          <p:nvPr>
            <p:ph idx="10" type="dt"/>
          </p:nvPr>
        </p:nvSpPr>
        <p:spPr>
          <a:xfrm>
            <a:off x="6096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800" cap="none">
                <a:solidFill>
                  <a:schemeClr val="lt1"/>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9pPr>
          </a:lstStyle>
          <a:p/>
        </p:txBody>
      </p:sp>
      <p:sp>
        <p:nvSpPr>
          <p:cNvPr id="92" name="Google Shape;9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800" cap="none">
                <a:solidFill>
                  <a:schemeClr val="lt1"/>
                </a:solidFill>
                <a:latin typeface="Avenir"/>
                <a:ea typeface="Avenir"/>
                <a:cs typeface="Avenir"/>
                <a:sym typeface="Avenir"/>
              </a:defRPr>
            </a:lvl1pPr>
            <a:lvl2pPr lvl="1"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2pPr>
            <a:lvl3pPr lvl="2"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3pPr>
            <a:lvl4pPr lvl="3"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4pPr>
            <a:lvl5pPr lvl="4"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5pPr>
            <a:lvl6pPr lvl="5"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6pPr>
            <a:lvl7pPr lvl="6"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7pPr>
            <a:lvl8pPr lvl="7"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8pPr>
            <a:lvl9pPr lvl="8" marR="0" rtl="0" algn="l">
              <a:spcBef>
                <a:spcPts val="0"/>
              </a:spcBef>
              <a:spcAft>
                <a:spcPts val="0"/>
              </a:spcAft>
              <a:buSzPts val="1400"/>
              <a:buNone/>
              <a:defRPr b="0" i="0" sz="1800" u="none" cap="none" strike="noStrike">
                <a:solidFill>
                  <a:schemeClr val="lt1"/>
                </a:solidFill>
                <a:latin typeface="Avenir"/>
                <a:ea typeface="Avenir"/>
                <a:cs typeface="Avenir"/>
                <a:sym typeface="Avenir"/>
              </a:defRPr>
            </a:lvl9pPr>
          </a:lstStyle>
          <a:p/>
        </p:txBody>
      </p:sp>
      <p:sp>
        <p:nvSpPr>
          <p:cNvPr id="93" name="Google Shape;93;p23"/>
          <p:cNvSpPr txBox="1"/>
          <p:nvPr>
            <p:ph idx="12" type="sldNum"/>
          </p:nvPr>
        </p:nvSpPr>
        <p:spPr>
          <a:xfrm>
            <a:off x="10134600" y="6356350"/>
            <a:ext cx="1447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sz="800" u="none" cap="none">
                <a:solidFill>
                  <a:schemeClr val="lt1"/>
                </a:solidFill>
                <a:latin typeface="Avenir"/>
                <a:ea typeface="Avenir"/>
                <a:cs typeface="Avenir"/>
                <a:sym typeface="Avenir"/>
              </a:defRPr>
            </a:lvl1pPr>
            <a:lvl2pPr indent="0" lvl="1" marL="0" marR="0" rtl="0" algn="r">
              <a:spcBef>
                <a:spcPts val="0"/>
              </a:spcBef>
              <a:buNone/>
              <a:defRPr b="0" sz="800" u="none" cap="none">
                <a:solidFill>
                  <a:schemeClr val="lt1"/>
                </a:solidFill>
                <a:latin typeface="Avenir"/>
                <a:ea typeface="Avenir"/>
                <a:cs typeface="Avenir"/>
                <a:sym typeface="Avenir"/>
              </a:defRPr>
            </a:lvl2pPr>
            <a:lvl3pPr indent="0" lvl="2" marL="0" marR="0" rtl="0" algn="r">
              <a:spcBef>
                <a:spcPts val="0"/>
              </a:spcBef>
              <a:buNone/>
              <a:defRPr b="0" sz="800" u="none" cap="none">
                <a:solidFill>
                  <a:schemeClr val="lt1"/>
                </a:solidFill>
                <a:latin typeface="Avenir"/>
                <a:ea typeface="Avenir"/>
                <a:cs typeface="Avenir"/>
                <a:sym typeface="Avenir"/>
              </a:defRPr>
            </a:lvl3pPr>
            <a:lvl4pPr indent="0" lvl="3" marL="0" marR="0" rtl="0" algn="r">
              <a:spcBef>
                <a:spcPts val="0"/>
              </a:spcBef>
              <a:buNone/>
              <a:defRPr b="0" sz="800" u="none" cap="none">
                <a:solidFill>
                  <a:schemeClr val="lt1"/>
                </a:solidFill>
                <a:latin typeface="Avenir"/>
                <a:ea typeface="Avenir"/>
                <a:cs typeface="Avenir"/>
                <a:sym typeface="Avenir"/>
              </a:defRPr>
            </a:lvl4pPr>
            <a:lvl5pPr indent="0" lvl="4" marL="0" marR="0" rtl="0" algn="r">
              <a:spcBef>
                <a:spcPts val="0"/>
              </a:spcBef>
              <a:buNone/>
              <a:defRPr b="0" sz="800" u="none" cap="none">
                <a:solidFill>
                  <a:schemeClr val="lt1"/>
                </a:solidFill>
                <a:latin typeface="Avenir"/>
                <a:ea typeface="Avenir"/>
                <a:cs typeface="Avenir"/>
                <a:sym typeface="Avenir"/>
              </a:defRPr>
            </a:lvl5pPr>
            <a:lvl6pPr indent="0" lvl="5" marL="0" marR="0" rtl="0" algn="r">
              <a:spcBef>
                <a:spcPts val="0"/>
              </a:spcBef>
              <a:buNone/>
              <a:defRPr b="0" sz="800" u="none" cap="none">
                <a:solidFill>
                  <a:schemeClr val="lt1"/>
                </a:solidFill>
                <a:latin typeface="Avenir"/>
                <a:ea typeface="Avenir"/>
                <a:cs typeface="Avenir"/>
                <a:sym typeface="Avenir"/>
              </a:defRPr>
            </a:lvl6pPr>
            <a:lvl7pPr indent="0" lvl="6" marL="0" marR="0" rtl="0" algn="r">
              <a:spcBef>
                <a:spcPts val="0"/>
              </a:spcBef>
              <a:buNone/>
              <a:defRPr b="0" sz="800" u="none" cap="none">
                <a:solidFill>
                  <a:schemeClr val="lt1"/>
                </a:solidFill>
                <a:latin typeface="Avenir"/>
                <a:ea typeface="Avenir"/>
                <a:cs typeface="Avenir"/>
                <a:sym typeface="Avenir"/>
              </a:defRPr>
            </a:lvl7pPr>
            <a:lvl8pPr indent="0" lvl="7" marL="0" marR="0" rtl="0" algn="r">
              <a:spcBef>
                <a:spcPts val="0"/>
              </a:spcBef>
              <a:buNone/>
              <a:defRPr b="0" sz="800" u="none" cap="none">
                <a:solidFill>
                  <a:schemeClr val="lt1"/>
                </a:solidFill>
                <a:latin typeface="Avenir"/>
                <a:ea typeface="Avenir"/>
                <a:cs typeface="Avenir"/>
                <a:sym typeface="Avenir"/>
              </a:defRPr>
            </a:lvl8pPr>
            <a:lvl9pPr indent="0" lvl="8" marL="0" marR="0" rtl="0" algn="r">
              <a:spcBef>
                <a:spcPts val="0"/>
              </a:spcBef>
              <a:buNone/>
              <a:defRPr b="0" sz="800" u="none" cap="none">
                <a:solidFill>
                  <a:schemeClr val="lt1"/>
                </a:solidFill>
                <a:latin typeface="Avenir"/>
                <a:ea typeface="Avenir"/>
                <a:cs typeface="Avenir"/>
                <a:sym typeface="Avenir"/>
              </a:defRPr>
            </a:lvl9pPr>
          </a:lstStyle>
          <a:p>
            <a:pPr indent="0" lvl="0" marL="0" rtl="0" algn="r">
              <a:spcBef>
                <a:spcPts val="0"/>
              </a:spcBef>
              <a:spcAft>
                <a:spcPts val="0"/>
              </a:spcAft>
              <a:buNone/>
            </a:pPr>
            <a:fld id="{00000000-1234-1234-1234-123412341234}" type="slidenum">
              <a:rPr lang="id-ID"/>
              <a:t>‹#›</a:t>
            </a:fld>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2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9.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4.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jpg"/><Relationship Id="rId4"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jpg"/><Relationship Id="rId4" Type="http://schemas.openxmlformats.org/officeDocument/2006/relationships/image" Target="../media/image2.jpg"/><Relationship Id="rId5" Type="http://schemas.openxmlformats.org/officeDocument/2006/relationships/image" Target="../media/image8.png"/><Relationship Id="rId6" Type="http://schemas.openxmlformats.org/officeDocument/2006/relationships/image" Target="../media/image3.png"/><Relationship Id="rId7"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jpg"/><Relationship Id="rId4"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2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3" name="Shape 103"/>
        <p:cNvGrpSpPr/>
        <p:nvPr/>
      </p:nvGrpSpPr>
      <p:grpSpPr>
        <a:xfrm>
          <a:off x="0" y="0"/>
          <a:ext cx="0" cy="0"/>
          <a:chOff x="0" y="0"/>
          <a:chExt cx="0" cy="0"/>
        </a:xfrm>
      </p:grpSpPr>
      <p:sp>
        <p:nvSpPr>
          <p:cNvPr id="104" name="Google Shape;104;p1"/>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2"/>
              </a:solidFill>
              <a:latin typeface="Avenir"/>
              <a:ea typeface="Avenir"/>
              <a:cs typeface="Avenir"/>
              <a:sym typeface="Avenir"/>
            </a:endParaRPr>
          </a:p>
        </p:txBody>
      </p:sp>
      <p:sp>
        <p:nvSpPr>
          <p:cNvPr id="105" name="Google Shape;105;p1"/>
          <p:cNvSpPr/>
          <p:nvPr/>
        </p:nvSpPr>
        <p:spPr>
          <a:xfrm>
            <a:off x="0" y="0"/>
            <a:ext cx="12192001" cy="6858000"/>
          </a:xfrm>
          <a:prstGeom prst="rect">
            <a:avLst/>
          </a:prstGeom>
          <a:solidFill>
            <a:srgbClr val="AEAEAE">
              <a:alpha val="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06" name="Google Shape;106;p1"/>
          <p:cNvSpPr/>
          <p:nvPr/>
        </p:nvSpPr>
        <p:spPr>
          <a:xfrm>
            <a:off x="837986" y="0"/>
            <a:ext cx="10615629" cy="6858000"/>
          </a:xfrm>
          <a:custGeom>
            <a:rect b="b" l="l" r="r" t="t"/>
            <a:pathLst>
              <a:path extrusionOk="0" h="6858000" w="10615629">
                <a:moveTo>
                  <a:pt x="7169276" y="5704266"/>
                </a:moveTo>
                <a:cubicBezTo>
                  <a:pt x="7360157" y="5704266"/>
                  <a:pt x="7514897" y="5859006"/>
                  <a:pt x="7514897" y="6049887"/>
                </a:cubicBezTo>
                <a:cubicBezTo>
                  <a:pt x="7514897" y="6240768"/>
                  <a:pt x="7360157" y="6395508"/>
                  <a:pt x="7169276" y="6395508"/>
                </a:cubicBezTo>
                <a:cubicBezTo>
                  <a:pt x="6978395" y="6395508"/>
                  <a:pt x="6823655" y="6240768"/>
                  <a:pt x="6823655" y="6049887"/>
                </a:cubicBezTo>
                <a:cubicBezTo>
                  <a:pt x="6823655" y="5859006"/>
                  <a:pt x="6978395" y="5704266"/>
                  <a:pt x="7169276" y="5704266"/>
                </a:cubicBezTo>
                <a:close/>
                <a:moveTo>
                  <a:pt x="10010446" y="2324705"/>
                </a:moveTo>
                <a:cubicBezTo>
                  <a:pt x="10256938" y="2324705"/>
                  <a:pt x="10456760" y="2524528"/>
                  <a:pt x="10456760" y="2771019"/>
                </a:cubicBezTo>
                <a:cubicBezTo>
                  <a:pt x="10456760" y="3017511"/>
                  <a:pt x="10256938" y="3217333"/>
                  <a:pt x="10010446" y="3217333"/>
                </a:cubicBezTo>
                <a:cubicBezTo>
                  <a:pt x="9763954" y="3217333"/>
                  <a:pt x="9564132" y="3017511"/>
                  <a:pt x="9564132" y="2771019"/>
                </a:cubicBezTo>
                <a:cubicBezTo>
                  <a:pt x="9564132" y="2524528"/>
                  <a:pt x="9763954" y="2324705"/>
                  <a:pt x="10010446" y="2324705"/>
                </a:cubicBezTo>
                <a:close/>
                <a:moveTo>
                  <a:pt x="10354145" y="1665213"/>
                </a:moveTo>
                <a:cubicBezTo>
                  <a:pt x="10498559" y="1665213"/>
                  <a:pt x="10615629" y="1782283"/>
                  <a:pt x="10615629" y="1926697"/>
                </a:cubicBezTo>
                <a:cubicBezTo>
                  <a:pt x="10615629" y="2071111"/>
                  <a:pt x="10498559" y="2188181"/>
                  <a:pt x="10354145" y="2188181"/>
                </a:cubicBezTo>
                <a:cubicBezTo>
                  <a:pt x="10209731" y="2188181"/>
                  <a:pt x="10092661" y="2071111"/>
                  <a:pt x="10092661" y="1926697"/>
                </a:cubicBezTo>
                <a:cubicBezTo>
                  <a:pt x="10092661" y="1782283"/>
                  <a:pt x="10209731" y="1665213"/>
                  <a:pt x="10354145" y="1665213"/>
                </a:cubicBezTo>
                <a:close/>
                <a:moveTo>
                  <a:pt x="1458901" y="659644"/>
                </a:moveTo>
                <a:cubicBezTo>
                  <a:pt x="1705393" y="659644"/>
                  <a:pt x="1905215" y="859466"/>
                  <a:pt x="1905215" y="1105958"/>
                </a:cubicBezTo>
                <a:cubicBezTo>
                  <a:pt x="1905215" y="1352450"/>
                  <a:pt x="1705393" y="1552272"/>
                  <a:pt x="1458901" y="1552272"/>
                </a:cubicBezTo>
                <a:cubicBezTo>
                  <a:pt x="1212409" y="1552272"/>
                  <a:pt x="1012587" y="1352450"/>
                  <a:pt x="1012587" y="1105958"/>
                </a:cubicBezTo>
                <a:cubicBezTo>
                  <a:pt x="1012587" y="859466"/>
                  <a:pt x="1212409" y="659644"/>
                  <a:pt x="1458901" y="659644"/>
                </a:cubicBezTo>
                <a:close/>
                <a:moveTo>
                  <a:pt x="6674038" y="0"/>
                </a:moveTo>
                <a:lnTo>
                  <a:pt x="10121228" y="0"/>
                </a:lnTo>
                <a:lnTo>
                  <a:pt x="10122250" y="1542"/>
                </a:lnTo>
                <a:cubicBezTo>
                  <a:pt x="10407914" y="485220"/>
                  <a:pt x="10448238" y="1134713"/>
                  <a:pt x="9914575" y="1714821"/>
                </a:cubicBezTo>
                <a:cubicBezTo>
                  <a:pt x="9716856" y="1929804"/>
                  <a:pt x="9539638" y="2164208"/>
                  <a:pt x="9361609" y="2396453"/>
                </a:cubicBezTo>
                <a:cubicBezTo>
                  <a:pt x="9193292" y="2616157"/>
                  <a:pt x="9188572" y="2869712"/>
                  <a:pt x="9334635" y="3107486"/>
                </a:cubicBezTo>
                <a:cubicBezTo>
                  <a:pt x="9495670" y="3368730"/>
                  <a:pt x="9683004" y="3617025"/>
                  <a:pt x="9815042" y="3891891"/>
                </a:cubicBezTo>
                <a:cubicBezTo>
                  <a:pt x="10050525" y="4382007"/>
                  <a:pt x="9955575" y="4864841"/>
                  <a:pt x="9376176" y="5202286"/>
                </a:cubicBezTo>
                <a:cubicBezTo>
                  <a:pt x="8901029" y="5479039"/>
                  <a:pt x="8396077" y="5489829"/>
                  <a:pt x="7869813" y="5436960"/>
                </a:cubicBezTo>
                <a:cubicBezTo>
                  <a:pt x="7414764" y="5391373"/>
                  <a:pt x="6924917" y="5356038"/>
                  <a:pt x="6545392" y="5630362"/>
                </a:cubicBezTo>
                <a:cubicBezTo>
                  <a:pt x="6238294" y="5852628"/>
                  <a:pt x="6024795" y="6205178"/>
                  <a:pt x="5772723" y="6502431"/>
                </a:cubicBezTo>
                <a:cubicBezTo>
                  <a:pt x="5693285" y="6596233"/>
                  <a:pt x="5618533" y="6694485"/>
                  <a:pt x="5542129" y="6791052"/>
                </a:cubicBezTo>
                <a:lnTo>
                  <a:pt x="5487454" y="6858000"/>
                </a:lnTo>
                <a:lnTo>
                  <a:pt x="3860772" y="6858000"/>
                </a:lnTo>
                <a:lnTo>
                  <a:pt x="3806309" y="6753976"/>
                </a:lnTo>
                <a:cubicBezTo>
                  <a:pt x="3748311" y="6617180"/>
                  <a:pt x="3717510" y="6461835"/>
                  <a:pt x="3692626" y="6315366"/>
                </a:cubicBezTo>
                <a:cubicBezTo>
                  <a:pt x="3594980" y="5743923"/>
                  <a:pt x="2996563" y="5569132"/>
                  <a:pt x="2561203" y="5694965"/>
                </a:cubicBezTo>
                <a:cubicBezTo>
                  <a:pt x="1295584" y="6063834"/>
                  <a:pt x="405173" y="5417942"/>
                  <a:pt x="69617" y="4316865"/>
                </a:cubicBezTo>
                <a:cubicBezTo>
                  <a:pt x="12163" y="4128181"/>
                  <a:pt x="22818" y="3919404"/>
                  <a:pt x="1643" y="3718987"/>
                </a:cubicBezTo>
                <a:cubicBezTo>
                  <a:pt x="-11845" y="3285650"/>
                  <a:pt x="53163" y="2879692"/>
                  <a:pt x="368893" y="2555465"/>
                </a:cubicBezTo>
                <a:cubicBezTo>
                  <a:pt x="570254" y="2348709"/>
                  <a:pt x="826642" y="2266304"/>
                  <a:pt x="1113509" y="2231777"/>
                </a:cubicBezTo>
                <a:cubicBezTo>
                  <a:pt x="1425464" y="2194013"/>
                  <a:pt x="1739171" y="2139122"/>
                  <a:pt x="2037233" y="2044714"/>
                </a:cubicBezTo>
                <a:cubicBezTo>
                  <a:pt x="2313448" y="1957047"/>
                  <a:pt x="2430109" y="1689061"/>
                  <a:pt x="2547311" y="1444273"/>
                </a:cubicBezTo>
                <a:cubicBezTo>
                  <a:pt x="2839304" y="834121"/>
                  <a:pt x="3300290" y="529585"/>
                  <a:pt x="3900864" y="617925"/>
                </a:cubicBezTo>
                <a:cubicBezTo>
                  <a:pt x="4133785" y="652182"/>
                  <a:pt x="4362119" y="778959"/>
                  <a:pt x="4571572" y="899937"/>
                </a:cubicBezTo>
                <a:cubicBezTo>
                  <a:pt x="5133170" y="1224435"/>
                  <a:pt x="5641899" y="1068660"/>
                  <a:pt x="6039226" y="670658"/>
                </a:cubicBezTo>
                <a:cubicBezTo>
                  <a:pt x="6250634" y="458239"/>
                  <a:pt x="6444898" y="227157"/>
                  <a:pt x="6656610" y="16159"/>
                </a:cubicBezTo>
                <a:close/>
              </a:path>
            </a:pathLst>
          </a:cu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2"/>
              </a:solidFill>
              <a:latin typeface="Avenir"/>
              <a:ea typeface="Avenir"/>
              <a:cs typeface="Avenir"/>
              <a:sym typeface="Avenir"/>
            </a:endParaRPr>
          </a:p>
        </p:txBody>
      </p:sp>
      <p:sp>
        <p:nvSpPr>
          <p:cNvPr id="107" name="Google Shape;107;p1"/>
          <p:cNvSpPr txBox="1"/>
          <p:nvPr>
            <p:ph type="ctrTitle"/>
          </p:nvPr>
        </p:nvSpPr>
        <p:spPr>
          <a:xfrm>
            <a:off x="2866720" y="1970689"/>
            <a:ext cx="6458556" cy="2632841"/>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0000"/>
              </a:lnSpc>
              <a:spcBef>
                <a:spcPts val="0"/>
              </a:spcBef>
              <a:spcAft>
                <a:spcPts val="0"/>
              </a:spcAft>
              <a:buClr>
                <a:srgbClr val="FF0000"/>
              </a:buClr>
              <a:buSzPct val="100000"/>
              <a:buFont typeface="Arial"/>
              <a:buNone/>
            </a:pPr>
            <a:r>
              <a:rPr b="1" lang="id-ID" sz="7200">
                <a:solidFill>
                  <a:srgbClr val="FF0000"/>
                </a:solidFill>
              </a:rPr>
              <a:t>Islam </a:t>
            </a:r>
            <a:r>
              <a:rPr b="1" i="1" lang="id-ID" sz="7200">
                <a:solidFill>
                  <a:srgbClr val="00B050"/>
                </a:solidFill>
              </a:rPr>
              <a:t>Wasathiyyah</a:t>
            </a:r>
            <a:r>
              <a:rPr b="1" lang="id-ID" sz="7200">
                <a:solidFill>
                  <a:srgbClr val="00B050"/>
                </a:solidFill>
              </a:rPr>
              <a:t> </a:t>
            </a:r>
            <a:br>
              <a:rPr b="1" lang="id-ID" sz="5000"/>
            </a:br>
            <a:endParaRPr b="1" sz="4500"/>
          </a:p>
        </p:txBody>
      </p:sp>
      <p:sp>
        <p:nvSpPr>
          <p:cNvPr id="108" name="Google Shape;108;p1"/>
          <p:cNvSpPr txBox="1"/>
          <p:nvPr>
            <p:ph idx="1" type="subTitle"/>
          </p:nvPr>
        </p:nvSpPr>
        <p:spPr>
          <a:xfrm>
            <a:off x="2891743" y="4372292"/>
            <a:ext cx="6458556" cy="952945"/>
          </a:xfrm>
          <a:prstGeom prst="rect">
            <a:avLst/>
          </a:prstGeom>
          <a:noFill/>
          <a:ln>
            <a:noFill/>
          </a:ln>
        </p:spPr>
        <p:txBody>
          <a:bodyPr anchorCtr="0" anchor="t" bIns="45700" lIns="91425" spcFirstLastPara="1" rIns="91425" wrap="square" tIns="45700">
            <a:normAutofit/>
          </a:bodyPr>
          <a:lstStyle/>
          <a:p>
            <a:pPr indent="0" lvl="0" marL="0" rtl="0" algn="ctr">
              <a:lnSpc>
                <a:spcPct val="110000"/>
              </a:lnSpc>
              <a:spcBef>
                <a:spcPts val="0"/>
              </a:spcBef>
              <a:spcAft>
                <a:spcPts val="0"/>
              </a:spcAft>
              <a:buSzPts val="2200"/>
              <a:buNone/>
            </a:pPr>
            <a:r>
              <a:rPr b="1" lang="id-ID" sz="2200"/>
              <a:t>Tim Dosen Agama Islam</a:t>
            </a:r>
            <a:endParaRPr b="1" sz="2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3" name="Shape 113"/>
        <p:cNvGrpSpPr/>
        <p:nvPr/>
      </p:nvGrpSpPr>
      <p:grpSpPr>
        <a:xfrm>
          <a:off x="0" y="0"/>
          <a:ext cx="0" cy="0"/>
          <a:chOff x="0" y="0"/>
          <a:chExt cx="0" cy="0"/>
        </a:xfrm>
      </p:grpSpPr>
      <p:sp>
        <p:nvSpPr>
          <p:cNvPr id="114" name="Google Shape;114;p2"/>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2"/>
              </a:solidFill>
              <a:latin typeface="Avenir"/>
              <a:ea typeface="Avenir"/>
              <a:cs typeface="Avenir"/>
              <a:sym typeface="Avenir"/>
            </a:endParaRPr>
          </a:p>
        </p:txBody>
      </p:sp>
      <p:sp>
        <p:nvSpPr>
          <p:cNvPr id="115" name="Google Shape;115;p2"/>
          <p:cNvSpPr/>
          <p:nvPr/>
        </p:nvSpPr>
        <p:spPr>
          <a:xfrm>
            <a:off x="0" y="0"/>
            <a:ext cx="12192001" cy="6858000"/>
          </a:xfrm>
          <a:prstGeom prst="rect">
            <a:avLst/>
          </a:prstGeom>
          <a:solidFill>
            <a:srgbClr val="AEAEAE">
              <a:alpha val="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venir"/>
              <a:ea typeface="Avenir"/>
              <a:cs typeface="Avenir"/>
              <a:sym typeface="Avenir"/>
            </a:endParaRPr>
          </a:p>
        </p:txBody>
      </p:sp>
      <p:sp>
        <p:nvSpPr>
          <p:cNvPr id="116" name="Google Shape;116;p2"/>
          <p:cNvSpPr txBox="1"/>
          <p:nvPr>
            <p:ph type="ctrTitle"/>
          </p:nvPr>
        </p:nvSpPr>
        <p:spPr>
          <a:xfrm>
            <a:off x="4240924" y="4245962"/>
            <a:ext cx="3710152" cy="176519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Arial"/>
              <a:buNone/>
            </a:pPr>
            <a:r>
              <a:rPr lang="id-ID" sz="4200"/>
              <a:t>Apa itu </a:t>
            </a:r>
            <a:r>
              <a:rPr lang="id-ID" sz="4200">
                <a:solidFill>
                  <a:srgbClr val="FF0000"/>
                </a:solidFill>
              </a:rPr>
              <a:t>Islam</a:t>
            </a:r>
            <a:r>
              <a:rPr lang="id-ID" sz="4200"/>
              <a:t> </a:t>
            </a:r>
            <a:r>
              <a:rPr i="1" lang="id-ID" sz="4200">
                <a:solidFill>
                  <a:srgbClr val="00B050"/>
                </a:solidFill>
              </a:rPr>
              <a:t>Wasathiyyah</a:t>
            </a:r>
            <a:r>
              <a:rPr lang="id-ID" sz="4200"/>
              <a:t>?</a:t>
            </a:r>
            <a:endParaRPr/>
          </a:p>
        </p:txBody>
      </p:sp>
      <p:pic>
        <p:nvPicPr>
          <p:cNvPr descr="A child with his hand on his chin&#10;&#10;Description automatically generated with low confidence" id="117" name="Google Shape;117;p2"/>
          <p:cNvPicPr preferRelativeResize="0"/>
          <p:nvPr/>
        </p:nvPicPr>
        <p:blipFill rotWithShape="1">
          <a:blip r:embed="rId3">
            <a:alphaModFix/>
          </a:blip>
          <a:srcRect b="-1" l="17889" r="8887" t="0"/>
          <a:stretch/>
        </p:blipFill>
        <p:spPr>
          <a:xfrm>
            <a:off x="3" y="1"/>
            <a:ext cx="4505832" cy="4107565"/>
          </a:xfrm>
          <a:custGeom>
            <a:rect b="b" l="l" r="r" t="t"/>
            <a:pathLst>
              <a:path extrusionOk="0" h="6356349" w="6972657">
                <a:moveTo>
                  <a:pt x="4162425" y="4810724"/>
                </a:moveTo>
                <a:cubicBezTo>
                  <a:pt x="4508954" y="4810724"/>
                  <a:pt x="4789872" y="5103559"/>
                  <a:pt x="4789872" y="5464789"/>
                </a:cubicBezTo>
                <a:cubicBezTo>
                  <a:pt x="4789872" y="5826019"/>
                  <a:pt x="4508954" y="6118855"/>
                  <a:pt x="4162425" y="6118855"/>
                </a:cubicBezTo>
                <a:cubicBezTo>
                  <a:pt x="3815896" y="6118855"/>
                  <a:pt x="3534978" y="5826019"/>
                  <a:pt x="3534978" y="5464789"/>
                </a:cubicBezTo>
                <a:cubicBezTo>
                  <a:pt x="3534978" y="5103559"/>
                  <a:pt x="3815896" y="4810724"/>
                  <a:pt x="4162425" y="4810724"/>
                </a:cubicBezTo>
                <a:close/>
                <a:moveTo>
                  <a:pt x="92101" y="4731176"/>
                </a:moveTo>
                <a:cubicBezTo>
                  <a:pt x="540880" y="4731176"/>
                  <a:pt x="904688" y="5094984"/>
                  <a:pt x="904688" y="5543763"/>
                </a:cubicBezTo>
                <a:cubicBezTo>
                  <a:pt x="904688" y="5964494"/>
                  <a:pt x="584935" y="6310542"/>
                  <a:pt x="175183" y="6352155"/>
                </a:cubicBezTo>
                <a:lnTo>
                  <a:pt x="92121" y="6356349"/>
                </a:lnTo>
                <a:lnTo>
                  <a:pt x="92081" y="6356349"/>
                </a:lnTo>
                <a:lnTo>
                  <a:pt x="9019" y="6352155"/>
                </a:lnTo>
                <a:lnTo>
                  <a:pt x="4079" y="6351401"/>
                </a:lnTo>
                <a:lnTo>
                  <a:pt x="0" y="6352492"/>
                </a:lnTo>
                <a:lnTo>
                  <a:pt x="0" y="4736748"/>
                </a:lnTo>
                <a:lnTo>
                  <a:pt x="9019" y="4735372"/>
                </a:lnTo>
                <a:cubicBezTo>
                  <a:pt x="36336" y="4732597"/>
                  <a:pt x="64052" y="4731176"/>
                  <a:pt x="92101" y="4731176"/>
                </a:cubicBezTo>
                <a:close/>
                <a:moveTo>
                  <a:pt x="6385770" y="2098604"/>
                </a:moveTo>
                <a:cubicBezTo>
                  <a:pt x="6543907" y="2107100"/>
                  <a:pt x="6698935" y="2178483"/>
                  <a:pt x="6813407" y="2310776"/>
                </a:cubicBezTo>
                <a:cubicBezTo>
                  <a:pt x="7042252" y="2575278"/>
                  <a:pt x="7022052" y="2983098"/>
                  <a:pt x="6768322" y="3221698"/>
                </a:cubicBezTo>
                <a:cubicBezTo>
                  <a:pt x="6718815" y="3268040"/>
                  <a:pt x="6662527" y="3305861"/>
                  <a:pt x="6601629" y="3333787"/>
                </a:cubicBezTo>
                <a:cubicBezTo>
                  <a:pt x="6357584" y="3444872"/>
                  <a:pt x="6072796" y="3380857"/>
                  <a:pt x="5894479" y="3174765"/>
                </a:cubicBezTo>
                <a:cubicBezTo>
                  <a:pt x="5665537" y="2910180"/>
                  <a:pt x="5685739" y="2502359"/>
                  <a:pt x="5939476" y="2263752"/>
                </a:cubicBezTo>
                <a:cubicBezTo>
                  <a:pt x="6066385" y="2144498"/>
                  <a:pt x="6227633" y="2090107"/>
                  <a:pt x="6385770" y="2098604"/>
                </a:cubicBezTo>
                <a:close/>
                <a:moveTo>
                  <a:pt x="0" y="0"/>
                </a:moveTo>
                <a:lnTo>
                  <a:pt x="5609109" y="0"/>
                </a:lnTo>
                <a:lnTo>
                  <a:pt x="5710855" y="100163"/>
                </a:lnTo>
                <a:cubicBezTo>
                  <a:pt x="5940043" y="363896"/>
                  <a:pt x="6060564" y="781193"/>
                  <a:pt x="5983550" y="1133306"/>
                </a:cubicBezTo>
                <a:cubicBezTo>
                  <a:pt x="5820740" y="1874471"/>
                  <a:pt x="4868226" y="1916819"/>
                  <a:pt x="4807924" y="2551785"/>
                </a:cubicBezTo>
                <a:cubicBezTo>
                  <a:pt x="4772098" y="2931077"/>
                  <a:pt x="5073952" y="3310271"/>
                  <a:pt x="5323480" y="3486493"/>
                </a:cubicBezTo>
                <a:cubicBezTo>
                  <a:pt x="5798207" y="3822498"/>
                  <a:pt x="6190925" y="3545085"/>
                  <a:pt x="6484693" y="3873055"/>
                </a:cubicBezTo>
                <a:cubicBezTo>
                  <a:pt x="6702769" y="4116667"/>
                  <a:pt x="6749067" y="4564067"/>
                  <a:pt x="6564699" y="4869471"/>
                </a:cubicBezTo>
                <a:cubicBezTo>
                  <a:pt x="6538929" y="4912110"/>
                  <a:pt x="6508772" y="4951720"/>
                  <a:pt x="6474766" y="4987555"/>
                </a:cubicBezTo>
                <a:lnTo>
                  <a:pt x="6475634" y="4987552"/>
                </a:lnTo>
                <a:cubicBezTo>
                  <a:pt x="6246183" y="5229347"/>
                  <a:pt x="5896158" y="5245005"/>
                  <a:pt x="5787911" y="5249784"/>
                </a:cubicBezTo>
                <a:cubicBezTo>
                  <a:pt x="5276208" y="5272608"/>
                  <a:pt x="5181583" y="4739335"/>
                  <a:pt x="4594647" y="4582595"/>
                </a:cubicBezTo>
                <a:cubicBezTo>
                  <a:pt x="4553401" y="4571414"/>
                  <a:pt x="4047262" y="4444111"/>
                  <a:pt x="3576692" y="4689896"/>
                </a:cubicBezTo>
                <a:cubicBezTo>
                  <a:pt x="2903508" y="5041365"/>
                  <a:pt x="3035835" y="5772616"/>
                  <a:pt x="2439534" y="6019748"/>
                </a:cubicBezTo>
                <a:cubicBezTo>
                  <a:pt x="2062607" y="6175963"/>
                  <a:pt x="1545662" y="6076257"/>
                  <a:pt x="1262869" y="5786450"/>
                </a:cubicBezTo>
                <a:cubicBezTo>
                  <a:pt x="864056" y="5377550"/>
                  <a:pt x="1125562" y="4799418"/>
                  <a:pt x="734842" y="4526254"/>
                </a:cubicBezTo>
                <a:cubicBezTo>
                  <a:pt x="506361" y="4366061"/>
                  <a:pt x="192715" y="4446641"/>
                  <a:pt x="19856" y="4511293"/>
                </a:cubicBezTo>
                <a:lnTo>
                  <a:pt x="0" y="4519330"/>
                </a:lnTo>
                <a:close/>
              </a:path>
            </a:pathLst>
          </a:custGeom>
          <a:noFill/>
          <a:ln>
            <a:noFill/>
          </a:ln>
        </p:spPr>
      </p:pic>
      <p:pic>
        <p:nvPicPr>
          <p:cNvPr id="118" name="Google Shape;118;p2"/>
          <p:cNvPicPr preferRelativeResize="0"/>
          <p:nvPr/>
        </p:nvPicPr>
        <p:blipFill rotWithShape="1">
          <a:blip r:embed="rId4">
            <a:alphaModFix/>
          </a:blip>
          <a:srcRect b="18205" l="0" r="2" t="61"/>
          <a:stretch/>
        </p:blipFill>
        <p:spPr>
          <a:xfrm>
            <a:off x="4650384" y="10"/>
            <a:ext cx="7080651" cy="3428990"/>
          </a:xfrm>
          <a:custGeom>
            <a:rect b="b" l="l" r="r" t="t"/>
            <a:pathLst>
              <a:path extrusionOk="0" h="2417325" w="4991611">
                <a:moveTo>
                  <a:pt x="1698515" y="1777228"/>
                </a:moveTo>
                <a:cubicBezTo>
                  <a:pt x="1741089" y="1769773"/>
                  <a:pt x="1786507" y="1778559"/>
                  <a:pt x="1824679" y="1805354"/>
                </a:cubicBezTo>
                <a:cubicBezTo>
                  <a:pt x="1901020" y="1858944"/>
                  <a:pt x="1919464" y="1964275"/>
                  <a:pt x="1865874" y="2040617"/>
                </a:cubicBezTo>
                <a:cubicBezTo>
                  <a:pt x="1812284" y="2116959"/>
                  <a:pt x="1706954" y="2135403"/>
                  <a:pt x="1630612" y="2081813"/>
                </a:cubicBezTo>
                <a:cubicBezTo>
                  <a:pt x="1554269" y="2028223"/>
                  <a:pt x="1535825" y="1922892"/>
                  <a:pt x="1589415" y="1846551"/>
                </a:cubicBezTo>
                <a:cubicBezTo>
                  <a:pt x="1616210" y="1808379"/>
                  <a:pt x="1655940" y="1784683"/>
                  <a:pt x="1698515" y="1777228"/>
                </a:cubicBezTo>
                <a:close/>
                <a:moveTo>
                  <a:pt x="203804" y="138075"/>
                </a:moveTo>
                <a:cubicBezTo>
                  <a:pt x="242325" y="138765"/>
                  <a:pt x="281060" y="150569"/>
                  <a:pt x="314966" y="174370"/>
                </a:cubicBezTo>
                <a:cubicBezTo>
                  <a:pt x="405384" y="237841"/>
                  <a:pt x="427228" y="362591"/>
                  <a:pt x="363758" y="453009"/>
                </a:cubicBezTo>
                <a:cubicBezTo>
                  <a:pt x="300287" y="543426"/>
                  <a:pt x="175537" y="565271"/>
                  <a:pt x="85119" y="501800"/>
                </a:cubicBezTo>
                <a:cubicBezTo>
                  <a:pt x="-5298" y="438330"/>
                  <a:pt x="-27143" y="313579"/>
                  <a:pt x="36328" y="223162"/>
                </a:cubicBezTo>
                <a:cubicBezTo>
                  <a:pt x="75997" y="166651"/>
                  <a:pt x="139603" y="136926"/>
                  <a:pt x="203804" y="138075"/>
                </a:cubicBezTo>
                <a:close/>
                <a:moveTo>
                  <a:pt x="4523751" y="0"/>
                </a:moveTo>
                <a:lnTo>
                  <a:pt x="4991611" y="0"/>
                </a:lnTo>
                <a:lnTo>
                  <a:pt x="4990548" y="56396"/>
                </a:lnTo>
                <a:cubicBezTo>
                  <a:pt x="4984038" y="86656"/>
                  <a:pt x="4971488" y="116139"/>
                  <a:pt x="4952586" y="143066"/>
                </a:cubicBezTo>
                <a:cubicBezTo>
                  <a:pt x="4876979" y="250772"/>
                  <a:pt x="4728373" y="276794"/>
                  <a:pt x="4620666" y="201187"/>
                </a:cubicBezTo>
                <a:cubicBezTo>
                  <a:pt x="4566812" y="163383"/>
                  <a:pt x="4533379" y="107329"/>
                  <a:pt x="4522861" y="47263"/>
                </a:cubicBezTo>
                <a:close/>
                <a:moveTo>
                  <a:pt x="541421" y="0"/>
                </a:moveTo>
                <a:lnTo>
                  <a:pt x="4356714" y="0"/>
                </a:lnTo>
                <a:lnTo>
                  <a:pt x="4356205" y="34459"/>
                </a:lnTo>
                <a:cubicBezTo>
                  <a:pt x="4362464" y="136224"/>
                  <a:pt x="4407157" y="234699"/>
                  <a:pt x="4484237" y="308330"/>
                </a:cubicBezTo>
                <a:cubicBezTo>
                  <a:pt x="4486133" y="310151"/>
                  <a:pt x="4488029" y="311972"/>
                  <a:pt x="4489907" y="313811"/>
                </a:cubicBezTo>
                <a:cubicBezTo>
                  <a:pt x="4733674" y="552267"/>
                  <a:pt x="4749088" y="944782"/>
                  <a:pt x="4524822" y="1201671"/>
                </a:cubicBezTo>
                <a:cubicBezTo>
                  <a:pt x="4437309" y="1301892"/>
                  <a:pt x="4326199" y="1368457"/>
                  <a:pt x="4207357" y="1400707"/>
                </a:cubicBezTo>
                <a:cubicBezTo>
                  <a:pt x="4066155" y="1439039"/>
                  <a:pt x="3957711" y="1552796"/>
                  <a:pt x="3920694" y="1694333"/>
                </a:cubicBezTo>
                <a:cubicBezTo>
                  <a:pt x="3882006" y="1842233"/>
                  <a:pt x="3807745" y="1983116"/>
                  <a:pt x="3697275" y="2103649"/>
                </a:cubicBezTo>
                <a:cubicBezTo>
                  <a:pt x="3339919" y="2493573"/>
                  <a:pt x="2728866" y="2524228"/>
                  <a:pt x="2334530" y="2171713"/>
                </a:cubicBezTo>
                <a:cubicBezTo>
                  <a:pt x="2237292" y="2084783"/>
                  <a:pt x="2161737" y="1982852"/>
                  <a:pt x="2108126" y="1872607"/>
                </a:cubicBezTo>
                <a:cubicBezTo>
                  <a:pt x="2041917" y="1736456"/>
                  <a:pt x="1902913" y="1651778"/>
                  <a:pt x="1751632" y="1647497"/>
                </a:cubicBezTo>
                <a:cubicBezTo>
                  <a:pt x="1363811" y="1636421"/>
                  <a:pt x="978655" y="1451953"/>
                  <a:pt x="721917" y="1088629"/>
                </a:cubicBezTo>
                <a:cubicBezTo>
                  <a:pt x="514495" y="795116"/>
                  <a:pt x="442915" y="431247"/>
                  <a:pt x="515690" y="89522"/>
                </a:cubicBezTo>
                <a:close/>
              </a:path>
            </a:pathLst>
          </a:cu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txBox="1"/>
          <p:nvPr>
            <p:ph type="title"/>
          </p:nvPr>
        </p:nvSpPr>
        <p:spPr>
          <a:xfrm>
            <a:off x="609600" y="557784"/>
            <a:ext cx="10972800" cy="924175"/>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id-ID"/>
              <a:t>Pengertian Dasar</a:t>
            </a:r>
            <a:endParaRPr/>
          </a:p>
        </p:txBody>
      </p:sp>
      <p:grpSp>
        <p:nvGrpSpPr>
          <p:cNvPr id="124" name="Google Shape;124;p3"/>
          <p:cNvGrpSpPr/>
          <p:nvPr/>
        </p:nvGrpSpPr>
        <p:grpSpPr>
          <a:xfrm>
            <a:off x="1959640" y="1510588"/>
            <a:ext cx="8272719" cy="4023108"/>
            <a:chOff x="1350040" y="0"/>
            <a:chExt cx="8272719" cy="4023108"/>
          </a:xfrm>
        </p:grpSpPr>
        <p:sp>
          <p:nvSpPr>
            <p:cNvPr id="125" name="Google Shape;125;p3"/>
            <p:cNvSpPr/>
            <p:nvPr/>
          </p:nvSpPr>
          <p:spPr>
            <a:xfrm>
              <a:off x="1350040" y="0"/>
              <a:ext cx="8272719" cy="1204921"/>
            </a:xfrm>
            <a:prstGeom prst="rightArrow">
              <a:avLst>
                <a:gd fmla="val 50000" name="adj1"/>
                <a:gd fmla="val 50000" name="adj2"/>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3"/>
            <p:cNvSpPr txBox="1"/>
            <p:nvPr/>
          </p:nvSpPr>
          <p:spPr>
            <a:xfrm>
              <a:off x="1350040" y="301230"/>
              <a:ext cx="7971489" cy="602461"/>
            </a:xfrm>
            <a:prstGeom prst="rect">
              <a:avLst/>
            </a:prstGeom>
            <a:noFill/>
            <a:ln>
              <a:noFill/>
            </a:ln>
          </p:spPr>
          <p:txBody>
            <a:bodyPr anchorCtr="0" anchor="ctr" bIns="191275" lIns="87625" spcFirstLastPara="1" rIns="254000" wrap="square" tIns="87625">
              <a:noAutofit/>
            </a:bodyPr>
            <a:lstStyle/>
            <a:p>
              <a:pPr indent="0" lvl="0" marL="0" marR="0" rtl="0" algn="l">
                <a:lnSpc>
                  <a:spcPct val="90000"/>
                </a:lnSpc>
                <a:spcBef>
                  <a:spcPts val="0"/>
                </a:spcBef>
                <a:spcAft>
                  <a:spcPts val="0"/>
                </a:spcAft>
                <a:buClr>
                  <a:schemeClr val="lt1"/>
                </a:buClr>
                <a:buSzPts val="2300"/>
                <a:buFont typeface="Avenir"/>
                <a:buNone/>
              </a:pPr>
              <a:r>
                <a:rPr b="0" i="0" lang="id-ID" sz="2300" u="none" cap="none" strike="noStrike">
                  <a:solidFill>
                    <a:schemeClr val="lt1"/>
                  </a:solidFill>
                  <a:latin typeface="Avenir"/>
                  <a:ea typeface="Avenir"/>
                  <a:cs typeface="Avenir"/>
                  <a:sym typeface="Avenir"/>
                </a:rPr>
                <a:t>Makna Bahasa</a:t>
              </a:r>
              <a:endParaRPr/>
            </a:p>
          </p:txBody>
        </p:sp>
        <p:sp>
          <p:nvSpPr>
            <p:cNvPr id="127" name="Google Shape;127;p3"/>
            <p:cNvSpPr/>
            <p:nvPr/>
          </p:nvSpPr>
          <p:spPr>
            <a:xfrm>
              <a:off x="1350040" y="932154"/>
              <a:ext cx="3821996" cy="2689448"/>
            </a:xfrm>
            <a:prstGeom prst="rect">
              <a:avLst/>
            </a:prstGeom>
            <a:solidFill>
              <a:schemeClr val="lt1"/>
            </a:solidFill>
            <a:ln cap="flat" cmpd="sng" w="12700">
              <a:solidFill>
                <a:srgbClr val="1BBE9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3"/>
            <p:cNvSpPr txBox="1"/>
            <p:nvPr/>
          </p:nvSpPr>
          <p:spPr>
            <a:xfrm>
              <a:off x="1350040" y="932154"/>
              <a:ext cx="3821996" cy="2689448"/>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Avenir"/>
                <a:buNone/>
              </a:pPr>
              <a:r>
                <a:rPr b="0" i="1" lang="id-ID" sz="2100" u="none" cap="none" strike="noStrike">
                  <a:solidFill>
                    <a:schemeClr val="dk1"/>
                  </a:solidFill>
                  <a:latin typeface="Avenir"/>
                  <a:ea typeface="Avenir"/>
                  <a:cs typeface="Avenir"/>
                  <a:sym typeface="Avenir"/>
                </a:rPr>
                <a:t>Wasatihiyyah</a:t>
              </a:r>
              <a:r>
                <a:rPr b="0" i="0" lang="id-ID" sz="2100" u="none" cap="none" strike="noStrike">
                  <a:solidFill>
                    <a:schemeClr val="dk1"/>
                  </a:solidFill>
                  <a:latin typeface="Avenir"/>
                  <a:ea typeface="Avenir"/>
                  <a:cs typeface="Avenir"/>
                  <a:sym typeface="Avenir"/>
                </a:rPr>
                <a:t> diambil dari kata </a:t>
              </a:r>
              <a:r>
                <a:rPr b="0" i="1" lang="id-ID" sz="2100" u="none" cap="none" strike="noStrike">
                  <a:solidFill>
                    <a:schemeClr val="dk1"/>
                  </a:solidFill>
                  <a:latin typeface="Avenir"/>
                  <a:ea typeface="Avenir"/>
                  <a:cs typeface="Avenir"/>
                  <a:sym typeface="Avenir"/>
                </a:rPr>
                <a:t>wasth</a:t>
              </a:r>
              <a:r>
                <a:rPr b="0" i="0" lang="id-ID" sz="2100" u="none" cap="none" strike="noStrike">
                  <a:solidFill>
                    <a:schemeClr val="dk1"/>
                  </a:solidFill>
                  <a:latin typeface="Avenir"/>
                  <a:ea typeface="Avenir"/>
                  <a:cs typeface="Avenir"/>
                  <a:sym typeface="Avenir"/>
                </a:rPr>
                <a:t> yang berarti pertengahan, tempat yang berada di titik tengah antara dua sisi yang sama jaraknya.</a:t>
              </a:r>
              <a:endParaRPr/>
            </a:p>
            <a:p>
              <a:pPr indent="0" lvl="0" marL="0" marR="0" rtl="0" algn="l">
                <a:lnSpc>
                  <a:spcPct val="90000"/>
                </a:lnSpc>
                <a:spcBef>
                  <a:spcPts val="735"/>
                </a:spcBef>
                <a:spcAft>
                  <a:spcPts val="0"/>
                </a:spcAft>
                <a:buClr>
                  <a:schemeClr val="dk1"/>
                </a:buClr>
                <a:buSzPts val="2100"/>
                <a:buFont typeface="Avenir"/>
                <a:buNone/>
              </a:pPr>
              <a:r>
                <a:t/>
              </a:r>
              <a:endParaRPr b="0" i="0" sz="2100" u="none" cap="none" strike="noStrike">
                <a:solidFill>
                  <a:schemeClr val="dk1"/>
                </a:solidFill>
                <a:latin typeface="Avenir"/>
                <a:ea typeface="Avenir"/>
                <a:cs typeface="Avenir"/>
                <a:sym typeface="Avenir"/>
              </a:endParaRPr>
            </a:p>
          </p:txBody>
        </p:sp>
        <p:sp>
          <p:nvSpPr>
            <p:cNvPr id="129" name="Google Shape;129;p3"/>
            <p:cNvSpPr/>
            <p:nvPr/>
          </p:nvSpPr>
          <p:spPr>
            <a:xfrm>
              <a:off x="5172036" y="401506"/>
              <a:ext cx="4450722" cy="1204921"/>
            </a:xfrm>
            <a:prstGeom prst="rightArrow">
              <a:avLst>
                <a:gd fmla="val 50000" name="adj1"/>
                <a:gd fmla="val 50000" name="adj2"/>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3"/>
            <p:cNvSpPr txBox="1"/>
            <p:nvPr/>
          </p:nvSpPr>
          <p:spPr>
            <a:xfrm>
              <a:off x="5172036" y="702736"/>
              <a:ext cx="4149492" cy="602461"/>
            </a:xfrm>
            <a:prstGeom prst="rect">
              <a:avLst/>
            </a:prstGeom>
            <a:noFill/>
            <a:ln>
              <a:noFill/>
            </a:ln>
          </p:spPr>
          <p:txBody>
            <a:bodyPr anchorCtr="0" anchor="ctr" bIns="191275" lIns="87625" spcFirstLastPara="1" rIns="254000" wrap="square" tIns="87625">
              <a:noAutofit/>
            </a:bodyPr>
            <a:lstStyle/>
            <a:p>
              <a:pPr indent="0" lvl="0" marL="0" marR="0" rtl="0" algn="l">
                <a:lnSpc>
                  <a:spcPct val="90000"/>
                </a:lnSpc>
                <a:spcBef>
                  <a:spcPts val="0"/>
                </a:spcBef>
                <a:spcAft>
                  <a:spcPts val="0"/>
                </a:spcAft>
                <a:buClr>
                  <a:schemeClr val="lt1"/>
                </a:buClr>
                <a:buSzPts val="2300"/>
                <a:buFont typeface="Avenir"/>
                <a:buNone/>
              </a:pPr>
              <a:r>
                <a:rPr b="0" i="0" lang="id-ID" sz="2300" u="none" cap="none" strike="noStrike">
                  <a:solidFill>
                    <a:schemeClr val="lt1"/>
                  </a:solidFill>
                  <a:latin typeface="Avenir"/>
                  <a:ea typeface="Avenir"/>
                  <a:cs typeface="Avenir"/>
                  <a:sym typeface="Avenir"/>
                </a:rPr>
                <a:t>Makna istilah</a:t>
              </a:r>
              <a:endParaRPr/>
            </a:p>
          </p:txBody>
        </p:sp>
        <p:sp>
          <p:nvSpPr>
            <p:cNvPr id="131" name="Google Shape;131;p3"/>
            <p:cNvSpPr/>
            <p:nvPr/>
          </p:nvSpPr>
          <p:spPr>
            <a:xfrm>
              <a:off x="5172036" y="1333660"/>
              <a:ext cx="3821996" cy="2689448"/>
            </a:xfrm>
            <a:prstGeom prst="rect">
              <a:avLst/>
            </a:prstGeom>
            <a:solidFill>
              <a:schemeClr val="lt1"/>
            </a:solidFill>
            <a:ln cap="flat" cmpd="sng" w="12700">
              <a:solidFill>
                <a:srgbClr val="1BBE9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txBox="1"/>
            <p:nvPr/>
          </p:nvSpPr>
          <p:spPr>
            <a:xfrm>
              <a:off x="5172036" y="1333660"/>
              <a:ext cx="3821996" cy="2689448"/>
            </a:xfrm>
            <a:prstGeom prst="rect">
              <a:avLst/>
            </a:prstGeom>
            <a:noFill/>
            <a:ln>
              <a:noFill/>
            </a:ln>
          </p:spPr>
          <p:txBody>
            <a:bodyPr anchorCtr="0" anchor="t" bIns="80000" lIns="80000" spcFirstLastPara="1" rIns="80000" wrap="square" tIns="80000">
              <a:noAutofit/>
            </a:bodyPr>
            <a:lstStyle/>
            <a:p>
              <a:pPr indent="0" lvl="0" marL="0" marR="0" rtl="0" algn="l">
                <a:lnSpc>
                  <a:spcPct val="90000"/>
                </a:lnSpc>
                <a:spcBef>
                  <a:spcPts val="0"/>
                </a:spcBef>
                <a:spcAft>
                  <a:spcPts val="0"/>
                </a:spcAft>
                <a:buClr>
                  <a:schemeClr val="dk1"/>
                </a:buClr>
                <a:buSzPts val="2100"/>
                <a:buFont typeface="Avenir"/>
                <a:buNone/>
              </a:pPr>
              <a:r>
                <a:rPr b="0" i="0" lang="id-ID" sz="2100" u="none" cap="none" strike="noStrike">
                  <a:solidFill>
                    <a:schemeClr val="dk1"/>
                  </a:solidFill>
                  <a:latin typeface="Avenir"/>
                  <a:ea typeface="Avenir"/>
                  <a:cs typeface="Avenir"/>
                  <a:sym typeface="Avenir"/>
                </a:rPr>
                <a:t>Wasathiyyah berarti berada pada posisi tengah atau posisi seimbang di antara dua sisi yang saling berhadap-hadapan dan bertentangan, sehingga salah satu dari kedua sisi itu tidak dominan dan menegasikan sisi lain.</a:t>
              </a:r>
              <a:endParaRPr/>
            </a:p>
          </p:txBody>
        </p:sp>
      </p:grpSp>
      <p:sp>
        <p:nvSpPr>
          <p:cNvPr id="133" name="Google Shape;133;p3"/>
          <p:cNvSpPr txBox="1"/>
          <p:nvPr/>
        </p:nvSpPr>
        <p:spPr>
          <a:xfrm>
            <a:off x="609600" y="5855410"/>
            <a:ext cx="5486400" cy="52322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i="0" lang="id-ID" sz="1400" u="none" cap="none" strike="noStrike">
                <a:solidFill>
                  <a:schemeClr val="dk1"/>
                </a:solidFill>
                <a:latin typeface="Avenir"/>
                <a:ea typeface="Avenir"/>
                <a:cs typeface="Avenir"/>
                <a:sym typeface="Avenir"/>
              </a:rPr>
              <a:t>Yusuf al-Qaradawi, </a:t>
            </a:r>
            <a:r>
              <a:rPr b="0" i="1" lang="id-ID" sz="1400" u="none" cap="none" strike="noStrike">
                <a:solidFill>
                  <a:schemeClr val="dk1"/>
                </a:solidFill>
                <a:latin typeface="Avenir"/>
                <a:ea typeface="Avenir"/>
                <a:cs typeface="Avenir"/>
                <a:sym typeface="Avenir"/>
              </a:rPr>
              <a:t>Kalimat fi-al-Wasathiyyah al-Islamiyyah wa-Ma‘allimuha</a:t>
            </a:r>
            <a:r>
              <a:rPr b="0" i="0" lang="id-ID" sz="1400" u="none" cap="none" strike="noStrike">
                <a:solidFill>
                  <a:schemeClr val="dk1"/>
                </a:solidFill>
                <a:latin typeface="Avenir"/>
                <a:ea typeface="Avenir"/>
                <a:cs typeface="Avenir"/>
                <a:sym typeface="Avenir"/>
              </a:rPr>
              <a:t> (Kairo: Dar al-Shuruq, 2011), 13.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7" name="Shape 137"/>
        <p:cNvGrpSpPr/>
        <p:nvPr/>
      </p:nvGrpSpPr>
      <p:grpSpPr>
        <a:xfrm>
          <a:off x="0" y="0"/>
          <a:ext cx="0" cy="0"/>
          <a:chOff x="0" y="0"/>
          <a:chExt cx="0" cy="0"/>
        </a:xfrm>
      </p:grpSpPr>
      <p:sp>
        <p:nvSpPr>
          <p:cNvPr id="138" name="Google Shape;138;p4"/>
          <p:cNvSpPr/>
          <p:nvPr/>
        </p:nvSpPr>
        <p:spPr>
          <a:xfrm>
            <a:off x="0" y="0"/>
            <a:ext cx="12188952"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39" name="Google Shape;139;p4"/>
          <p:cNvSpPr/>
          <p:nvPr/>
        </p:nvSpPr>
        <p:spPr>
          <a:xfrm>
            <a:off x="0" y="0"/>
            <a:ext cx="12192001" cy="6858000"/>
          </a:xfrm>
          <a:prstGeom prst="rect">
            <a:avLst/>
          </a:prstGeom>
          <a:solidFill>
            <a:srgbClr val="AEAEAE">
              <a:alpha val="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40" name="Google Shape;140;p4"/>
          <p:cNvSpPr txBox="1"/>
          <p:nvPr>
            <p:ph type="title"/>
          </p:nvPr>
        </p:nvSpPr>
        <p:spPr>
          <a:xfrm>
            <a:off x="841248" y="1014417"/>
            <a:ext cx="4429999" cy="2122921"/>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id-ID"/>
              <a:t>Makna Islam </a:t>
            </a:r>
            <a:r>
              <a:rPr lang="id-ID">
                <a:solidFill>
                  <a:srgbClr val="00B050"/>
                </a:solidFill>
              </a:rPr>
              <a:t>Wasathiyyah</a:t>
            </a:r>
            <a:endParaRPr/>
          </a:p>
        </p:txBody>
      </p:sp>
      <p:pic>
        <p:nvPicPr>
          <p:cNvPr descr="A person in a suit and tie&#10;&#10;Description automatically generated" id="141" name="Google Shape;141;p4"/>
          <p:cNvPicPr preferRelativeResize="0"/>
          <p:nvPr/>
        </p:nvPicPr>
        <p:blipFill rotWithShape="1">
          <a:blip r:embed="rId3">
            <a:alphaModFix/>
          </a:blip>
          <a:srcRect b="7897" l="0" r="-1" t="0"/>
          <a:stretch/>
        </p:blipFill>
        <p:spPr>
          <a:xfrm>
            <a:off x="4612147" y="10"/>
            <a:ext cx="7411218" cy="3589076"/>
          </a:xfrm>
          <a:custGeom>
            <a:rect b="b" l="l" r="r" t="t"/>
            <a:pathLst>
              <a:path extrusionOk="0" h="2417325" w="4991611">
                <a:moveTo>
                  <a:pt x="1698515" y="1777228"/>
                </a:moveTo>
                <a:cubicBezTo>
                  <a:pt x="1741089" y="1769773"/>
                  <a:pt x="1786507" y="1778559"/>
                  <a:pt x="1824679" y="1805354"/>
                </a:cubicBezTo>
                <a:cubicBezTo>
                  <a:pt x="1901020" y="1858944"/>
                  <a:pt x="1919464" y="1964275"/>
                  <a:pt x="1865874" y="2040617"/>
                </a:cubicBezTo>
                <a:cubicBezTo>
                  <a:pt x="1812284" y="2116959"/>
                  <a:pt x="1706954" y="2135403"/>
                  <a:pt x="1630612" y="2081813"/>
                </a:cubicBezTo>
                <a:cubicBezTo>
                  <a:pt x="1554269" y="2028223"/>
                  <a:pt x="1535825" y="1922892"/>
                  <a:pt x="1589415" y="1846551"/>
                </a:cubicBezTo>
                <a:cubicBezTo>
                  <a:pt x="1616210" y="1808379"/>
                  <a:pt x="1655940" y="1784683"/>
                  <a:pt x="1698515" y="1777228"/>
                </a:cubicBezTo>
                <a:close/>
                <a:moveTo>
                  <a:pt x="203804" y="138075"/>
                </a:moveTo>
                <a:cubicBezTo>
                  <a:pt x="242325" y="138765"/>
                  <a:pt x="281060" y="150569"/>
                  <a:pt x="314966" y="174370"/>
                </a:cubicBezTo>
                <a:cubicBezTo>
                  <a:pt x="405384" y="237841"/>
                  <a:pt x="427228" y="362591"/>
                  <a:pt x="363758" y="453009"/>
                </a:cubicBezTo>
                <a:cubicBezTo>
                  <a:pt x="300287" y="543426"/>
                  <a:pt x="175537" y="565271"/>
                  <a:pt x="85119" y="501800"/>
                </a:cubicBezTo>
                <a:cubicBezTo>
                  <a:pt x="-5298" y="438330"/>
                  <a:pt x="-27143" y="313579"/>
                  <a:pt x="36328" y="223162"/>
                </a:cubicBezTo>
                <a:cubicBezTo>
                  <a:pt x="75997" y="166651"/>
                  <a:pt x="139603" y="136926"/>
                  <a:pt x="203804" y="138075"/>
                </a:cubicBezTo>
                <a:close/>
                <a:moveTo>
                  <a:pt x="4523751" y="0"/>
                </a:moveTo>
                <a:lnTo>
                  <a:pt x="4991611" y="0"/>
                </a:lnTo>
                <a:lnTo>
                  <a:pt x="4990548" y="56396"/>
                </a:lnTo>
                <a:cubicBezTo>
                  <a:pt x="4984038" y="86656"/>
                  <a:pt x="4971488" y="116139"/>
                  <a:pt x="4952586" y="143066"/>
                </a:cubicBezTo>
                <a:cubicBezTo>
                  <a:pt x="4876979" y="250772"/>
                  <a:pt x="4728373" y="276794"/>
                  <a:pt x="4620666" y="201187"/>
                </a:cubicBezTo>
                <a:cubicBezTo>
                  <a:pt x="4566812" y="163383"/>
                  <a:pt x="4533379" y="107329"/>
                  <a:pt x="4522861" y="47263"/>
                </a:cubicBezTo>
                <a:close/>
                <a:moveTo>
                  <a:pt x="541421" y="0"/>
                </a:moveTo>
                <a:lnTo>
                  <a:pt x="4356714" y="0"/>
                </a:lnTo>
                <a:lnTo>
                  <a:pt x="4356205" y="34459"/>
                </a:lnTo>
                <a:cubicBezTo>
                  <a:pt x="4362464" y="136224"/>
                  <a:pt x="4407157" y="234699"/>
                  <a:pt x="4484237" y="308330"/>
                </a:cubicBezTo>
                <a:cubicBezTo>
                  <a:pt x="4486133" y="310151"/>
                  <a:pt x="4488029" y="311972"/>
                  <a:pt x="4489907" y="313811"/>
                </a:cubicBezTo>
                <a:cubicBezTo>
                  <a:pt x="4733674" y="552267"/>
                  <a:pt x="4749088" y="944782"/>
                  <a:pt x="4524822" y="1201671"/>
                </a:cubicBezTo>
                <a:cubicBezTo>
                  <a:pt x="4437309" y="1301892"/>
                  <a:pt x="4326199" y="1368457"/>
                  <a:pt x="4207357" y="1400707"/>
                </a:cubicBezTo>
                <a:cubicBezTo>
                  <a:pt x="4066155" y="1439039"/>
                  <a:pt x="3957711" y="1552796"/>
                  <a:pt x="3920694" y="1694333"/>
                </a:cubicBezTo>
                <a:cubicBezTo>
                  <a:pt x="3882006" y="1842233"/>
                  <a:pt x="3807745" y="1983116"/>
                  <a:pt x="3697275" y="2103649"/>
                </a:cubicBezTo>
                <a:cubicBezTo>
                  <a:pt x="3339919" y="2493573"/>
                  <a:pt x="2728866" y="2524228"/>
                  <a:pt x="2334530" y="2171713"/>
                </a:cubicBezTo>
                <a:cubicBezTo>
                  <a:pt x="2237292" y="2084783"/>
                  <a:pt x="2161737" y="1982852"/>
                  <a:pt x="2108126" y="1872607"/>
                </a:cubicBezTo>
                <a:cubicBezTo>
                  <a:pt x="2041917" y="1736456"/>
                  <a:pt x="1902913" y="1651778"/>
                  <a:pt x="1751632" y="1647497"/>
                </a:cubicBezTo>
                <a:cubicBezTo>
                  <a:pt x="1363811" y="1636421"/>
                  <a:pt x="978655" y="1451953"/>
                  <a:pt x="721917" y="1088629"/>
                </a:cubicBezTo>
                <a:cubicBezTo>
                  <a:pt x="514495" y="795116"/>
                  <a:pt x="442915" y="431247"/>
                  <a:pt x="515690" y="89522"/>
                </a:cubicBezTo>
                <a:close/>
              </a:path>
            </a:pathLst>
          </a:custGeom>
          <a:noFill/>
          <a:ln>
            <a:noFill/>
          </a:ln>
        </p:spPr>
      </p:pic>
      <p:sp>
        <p:nvSpPr>
          <p:cNvPr id="142" name="Google Shape;142;p4"/>
          <p:cNvSpPr txBox="1"/>
          <p:nvPr>
            <p:ph idx="1" type="body"/>
          </p:nvPr>
        </p:nvSpPr>
        <p:spPr>
          <a:xfrm>
            <a:off x="841248" y="3720663"/>
            <a:ext cx="10741152" cy="2367585"/>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100"/>
              <a:buNone/>
            </a:pPr>
            <a:r>
              <a:rPr lang="id-ID" sz="2100"/>
              <a:t>Wasathiyyah Islam adalah proporsionalitas Islam dalam setiap ajarannya—meliputi hukum, prinsip, dan nilai—yang bersifat seimbang di antara berbagai sisi (ekstrim), sehingga dapat menjadi timbangan yang menjadi rujukan manusia untuk mengukur kebaikan dan keburukan; kebenaran dan kebatilan; kemaslahatan dan kemafsadatan; sikap lurus dan bengkok; ketepatan dan keberlebihan; dan makna-makna lainnya yang saling berhadap-hadapan, yang bisa dijumpai manusia dalam sisi-sisi kehidupannya.  </a:t>
            </a:r>
            <a:endParaRPr/>
          </a:p>
        </p:txBody>
      </p:sp>
      <p:sp>
        <p:nvSpPr>
          <p:cNvPr id="143" name="Google Shape;143;p4"/>
          <p:cNvSpPr txBox="1"/>
          <p:nvPr/>
        </p:nvSpPr>
        <p:spPr>
          <a:xfrm>
            <a:off x="838199" y="6088248"/>
            <a:ext cx="7199166" cy="52322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id-ID" sz="1400">
                <a:solidFill>
                  <a:schemeClr val="dk1"/>
                </a:solidFill>
                <a:latin typeface="Avenir"/>
                <a:ea typeface="Avenir"/>
                <a:cs typeface="Avenir"/>
                <a:sym typeface="Avenir"/>
              </a:rPr>
              <a:t>Muhammad ‘Imarah, “Bayna Yaday Hadha al-Kitab,” dalam </a:t>
            </a:r>
            <a:r>
              <a:rPr i="1" lang="id-ID" sz="1400">
                <a:solidFill>
                  <a:schemeClr val="dk1"/>
                </a:solidFill>
                <a:latin typeface="Avenir"/>
                <a:ea typeface="Avenir"/>
                <a:cs typeface="Avenir"/>
                <a:sym typeface="Avenir"/>
              </a:rPr>
              <a:t>Wasathiyyat al-Islam, </a:t>
            </a:r>
            <a:r>
              <a:rPr lang="id-ID" sz="1400">
                <a:solidFill>
                  <a:schemeClr val="dk1"/>
                </a:solidFill>
                <a:latin typeface="Avenir"/>
                <a:ea typeface="Avenir"/>
                <a:cs typeface="Avenir"/>
                <a:sym typeface="Avenir"/>
              </a:rPr>
              <a:t>pen. Muhammd al-Madani (Kairo: Dar al-Bashir, 2016), 15.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5"/>
          <p:cNvSpPr txBox="1"/>
          <p:nvPr>
            <p:ph type="title"/>
          </p:nvPr>
        </p:nvSpPr>
        <p:spPr>
          <a:xfrm>
            <a:off x="609600" y="268014"/>
            <a:ext cx="10972800" cy="1325563"/>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id-ID"/>
              <a:t>Manifestasi Islam </a:t>
            </a:r>
            <a:r>
              <a:rPr lang="id-ID">
                <a:solidFill>
                  <a:srgbClr val="00B050"/>
                </a:solidFill>
              </a:rPr>
              <a:t>Wasathiyyah</a:t>
            </a:r>
            <a:endParaRPr/>
          </a:p>
        </p:txBody>
      </p:sp>
      <p:grpSp>
        <p:nvGrpSpPr>
          <p:cNvPr id="150" name="Google Shape;150;p5"/>
          <p:cNvGrpSpPr/>
          <p:nvPr/>
        </p:nvGrpSpPr>
        <p:grpSpPr>
          <a:xfrm>
            <a:off x="409903" y="1917589"/>
            <a:ext cx="11335407" cy="3763801"/>
            <a:chOff x="0" y="88788"/>
            <a:chExt cx="11335407" cy="3763801"/>
          </a:xfrm>
        </p:grpSpPr>
        <p:sp>
          <p:nvSpPr>
            <p:cNvPr id="151" name="Google Shape;151;p5"/>
            <p:cNvSpPr/>
            <p:nvPr/>
          </p:nvSpPr>
          <p:spPr>
            <a:xfrm>
              <a:off x="0" y="339708"/>
              <a:ext cx="11335407" cy="428400"/>
            </a:xfrm>
            <a:prstGeom prst="rect">
              <a:avLst/>
            </a:prstGeom>
            <a:solidFill>
              <a:schemeClr val="lt1">
                <a:alpha val="89803"/>
              </a:schemeClr>
            </a:solidFill>
            <a:ln cap="flat" cmpd="sng" w="12700">
              <a:solidFill>
                <a:srgbClr val="1BBE9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p:nvPr/>
          </p:nvSpPr>
          <p:spPr>
            <a:xfrm>
              <a:off x="566770" y="88788"/>
              <a:ext cx="7934784" cy="501840"/>
            </a:xfrm>
            <a:prstGeom prst="roundRect">
              <a:avLst>
                <a:gd fmla="val 16667"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5"/>
            <p:cNvSpPr txBox="1"/>
            <p:nvPr/>
          </p:nvSpPr>
          <p:spPr>
            <a:xfrm>
              <a:off x="591268" y="113286"/>
              <a:ext cx="7885788" cy="452844"/>
            </a:xfrm>
            <a:prstGeom prst="rect">
              <a:avLst/>
            </a:prstGeom>
            <a:noFill/>
            <a:ln>
              <a:noFill/>
            </a:ln>
          </p:spPr>
          <p:txBody>
            <a:bodyPr anchorCtr="0" anchor="ctr" bIns="0" lIns="299900" spcFirstLastPara="1" rIns="299900" wrap="square" tIns="0">
              <a:noAutofit/>
            </a:bodyPr>
            <a:lstStyle/>
            <a:p>
              <a:pPr indent="0" lvl="0" marL="0" marR="0" rtl="0" algn="l">
                <a:lnSpc>
                  <a:spcPct val="90000"/>
                </a:lnSpc>
                <a:spcBef>
                  <a:spcPts val="0"/>
                </a:spcBef>
                <a:spcAft>
                  <a:spcPts val="0"/>
                </a:spcAft>
                <a:buClr>
                  <a:schemeClr val="lt1"/>
                </a:buClr>
                <a:buSzPts val="2400"/>
                <a:buFont typeface="Avenir"/>
                <a:buNone/>
              </a:pPr>
              <a:r>
                <a:rPr lang="id-ID" sz="2400">
                  <a:solidFill>
                    <a:schemeClr val="lt1"/>
                  </a:solidFill>
                  <a:latin typeface="Avenir"/>
                  <a:ea typeface="Avenir"/>
                  <a:cs typeface="Avenir"/>
                  <a:sym typeface="Avenir"/>
                </a:rPr>
                <a:t>1. Wasathiyyah dalam aspek keyakinan</a:t>
              </a:r>
              <a:endParaRPr/>
            </a:p>
          </p:txBody>
        </p:sp>
        <p:sp>
          <p:nvSpPr>
            <p:cNvPr id="154" name="Google Shape;154;p5"/>
            <p:cNvSpPr/>
            <p:nvPr/>
          </p:nvSpPr>
          <p:spPr>
            <a:xfrm>
              <a:off x="0" y="1110828"/>
              <a:ext cx="11335407" cy="428400"/>
            </a:xfrm>
            <a:prstGeom prst="rect">
              <a:avLst/>
            </a:prstGeom>
            <a:solidFill>
              <a:schemeClr val="lt1">
                <a:alpha val="89803"/>
              </a:schemeClr>
            </a:solidFill>
            <a:ln cap="flat" cmpd="sng" w="12700">
              <a:solidFill>
                <a:srgbClr val="1BBE9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p:nvPr/>
          </p:nvSpPr>
          <p:spPr>
            <a:xfrm>
              <a:off x="566770" y="859908"/>
              <a:ext cx="7934784" cy="501840"/>
            </a:xfrm>
            <a:prstGeom prst="roundRect">
              <a:avLst>
                <a:gd fmla="val 16667"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5"/>
            <p:cNvSpPr txBox="1"/>
            <p:nvPr/>
          </p:nvSpPr>
          <p:spPr>
            <a:xfrm>
              <a:off x="591268" y="884406"/>
              <a:ext cx="7885788" cy="452844"/>
            </a:xfrm>
            <a:prstGeom prst="rect">
              <a:avLst/>
            </a:prstGeom>
            <a:noFill/>
            <a:ln>
              <a:noFill/>
            </a:ln>
          </p:spPr>
          <p:txBody>
            <a:bodyPr anchorCtr="0" anchor="ctr" bIns="0" lIns="299900" spcFirstLastPara="1" rIns="299900" wrap="square" tIns="0">
              <a:noAutofit/>
            </a:bodyPr>
            <a:lstStyle/>
            <a:p>
              <a:pPr indent="0" lvl="0" marL="0" marR="0" rtl="0" algn="l">
                <a:lnSpc>
                  <a:spcPct val="90000"/>
                </a:lnSpc>
                <a:spcBef>
                  <a:spcPts val="0"/>
                </a:spcBef>
                <a:spcAft>
                  <a:spcPts val="0"/>
                </a:spcAft>
                <a:buClr>
                  <a:schemeClr val="lt1"/>
                </a:buClr>
                <a:buSzPts val="2400"/>
                <a:buFont typeface="Avenir"/>
                <a:buNone/>
              </a:pPr>
              <a:r>
                <a:rPr lang="id-ID" sz="2400">
                  <a:solidFill>
                    <a:schemeClr val="lt1"/>
                  </a:solidFill>
                  <a:latin typeface="Avenir"/>
                  <a:ea typeface="Avenir"/>
                  <a:cs typeface="Avenir"/>
                  <a:sym typeface="Avenir"/>
                </a:rPr>
                <a:t>2. Wasathiyyah dalam aspek Ibadah dan syi’ar</a:t>
              </a:r>
              <a:endParaRPr/>
            </a:p>
          </p:txBody>
        </p:sp>
        <p:sp>
          <p:nvSpPr>
            <p:cNvPr id="157" name="Google Shape;157;p5"/>
            <p:cNvSpPr/>
            <p:nvPr/>
          </p:nvSpPr>
          <p:spPr>
            <a:xfrm>
              <a:off x="0" y="1881949"/>
              <a:ext cx="11335407" cy="428400"/>
            </a:xfrm>
            <a:prstGeom prst="rect">
              <a:avLst/>
            </a:prstGeom>
            <a:solidFill>
              <a:schemeClr val="lt1">
                <a:alpha val="89803"/>
              </a:schemeClr>
            </a:solidFill>
            <a:ln cap="flat" cmpd="sng" w="12700">
              <a:solidFill>
                <a:srgbClr val="1BBE9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p:nvPr/>
          </p:nvSpPr>
          <p:spPr>
            <a:xfrm>
              <a:off x="566770" y="1631028"/>
              <a:ext cx="7934784" cy="501840"/>
            </a:xfrm>
            <a:prstGeom prst="roundRect">
              <a:avLst>
                <a:gd fmla="val 16667"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5"/>
            <p:cNvSpPr txBox="1"/>
            <p:nvPr/>
          </p:nvSpPr>
          <p:spPr>
            <a:xfrm>
              <a:off x="591268" y="1655526"/>
              <a:ext cx="7885788" cy="452844"/>
            </a:xfrm>
            <a:prstGeom prst="rect">
              <a:avLst/>
            </a:prstGeom>
            <a:noFill/>
            <a:ln>
              <a:noFill/>
            </a:ln>
          </p:spPr>
          <p:txBody>
            <a:bodyPr anchorCtr="0" anchor="ctr" bIns="0" lIns="299900" spcFirstLastPara="1" rIns="299900" wrap="square" tIns="0">
              <a:noAutofit/>
            </a:bodyPr>
            <a:lstStyle/>
            <a:p>
              <a:pPr indent="0" lvl="0" marL="0" marR="0" rtl="0" algn="l">
                <a:lnSpc>
                  <a:spcPct val="90000"/>
                </a:lnSpc>
                <a:spcBef>
                  <a:spcPts val="0"/>
                </a:spcBef>
                <a:spcAft>
                  <a:spcPts val="0"/>
                </a:spcAft>
                <a:buClr>
                  <a:schemeClr val="lt1"/>
                </a:buClr>
                <a:buSzPts val="2400"/>
                <a:buFont typeface="Avenir"/>
                <a:buNone/>
              </a:pPr>
              <a:r>
                <a:rPr lang="id-ID" sz="2400">
                  <a:solidFill>
                    <a:schemeClr val="lt1"/>
                  </a:solidFill>
                  <a:latin typeface="Avenir"/>
                  <a:ea typeface="Avenir"/>
                  <a:cs typeface="Avenir"/>
                  <a:sym typeface="Avenir"/>
                </a:rPr>
                <a:t>3. Wasathiyyah dalam aspek Legislasi Hukum</a:t>
              </a:r>
              <a:endParaRPr/>
            </a:p>
          </p:txBody>
        </p:sp>
        <p:sp>
          <p:nvSpPr>
            <p:cNvPr id="160" name="Google Shape;160;p5"/>
            <p:cNvSpPr/>
            <p:nvPr/>
          </p:nvSpPr>
          <p:spPr>
            <a:xfrm>
              <a:off x="0" y="2653069"/>
              <a:ext cx="11335407" cy="428400"/>
            </a:xfrm>
            <a:prstGeom prst="rect">
              <a:avLst/>
            </a:prstGeom>
            <a:solidFill>
              <a:schemeClr val="lt1">
                <a:alpha val="89803"/>
              </a:schemeClr>
            </a:solidFill>
            <a:ln cap="flat" cmpd="sng" w="12700">
              <a:solidFill>
                <a:srgbClr val="1BBE9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p:nvPr/>
          </p:nvSpPr>
          <p:spPr>
            <a:xfrm>
              <a:off x="566770" y="2402149"/>
              <a:ext cx="7934784" cy="501840"/>
            </a:xfrm>
            <a:prstGeom prst="roundRect">
              <a:avLst>
                <a:gd fmla="val 16667"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5"/>
            <p:cNvSpPr txBox="1"/>
            <p:nvPr/>
          </p:nvSpPr>
          <p:spPr>
            <a:xfrm>
              <a:off x="591268" y="2426647"/>
              <a:ext cx="7885788" cy="452844"/>
            </a:xfrm>
            <a:prstGeom prst="rect">
              <a:avLst/>
            </a:prstGeom>
            <a:noFill/>
            <a:ln>
              <a:noFill/>
            </a:ln>
          </p:spPr>
          <p:txBody>
            <a:bodyPr anchorCtr="0" anchor="ctr" bIns="0" lIns="299900" spcFirstLastPara="1" rIns="299900" wrap="square" tIns="0">
              <a:noAutofit/>
            </a:bodyPr>
            <a:lstStyle/>
            <a:p>
              <a:pPr indent="0" lvl="0" marL="0" marR="0" rtl="0" algn="l">
                <a:lnSpc>
                  <a:spcPct val="90000"/>
                </a:lnSpc>
                <a:spcBef>
                  <a:spcPts val="0"/>
                </a:spcBef>
                <a:spcAft>
                  <a:spcPts val="0"/>
                </a:spcAft>
                <a:buClr>
                  <a:schemeClr val="lt1"/>
                </a:buClr>
                <a:buSzPts val="2400"/>
                <a:buFont typeface="Avenir"/>
                <a:buNone/>
              </a:pPr>
              <a:r>
                <a:rPr lang="id-ID" sz="2400">
                  <a:solidFill>
                    <a:schemeClr val="lt1"/>
                  </a:solidFill>
                  <a:latin typeface="Avenir"/>
                  <a:ea typeface="Avenir"/>
                  <a:cs typeface="Avenir"/>
                  <a:sym typeface="Avenir"/>
                </a:rPr>
                <a:t>4. Wasathiyyah dalam aspek Akhlak dan Moralitas</a:t>
              </a:r>
              <a:endParaRPr/>
            </a:p>
          </p:txBody>
        </p:sp>
        <p:sp>
          <p:nvSpPr>
            <p:cNvPr id="163" name="Google Shape;163;p5"/>
            <p:cNvSpPr/>
            <p:nvPr/>
          </p:nvSpPr>
          <p:spPr>
            <a:xfrm>
              <a:off x="0" y="3424189"/>
              <a:ext cx="11335407" cy="428400"/>
            </a:xfrm>
            <a:prstGeom prst="rect">
              <a:avLst/>
            </a:prstGeom>
            <a:solidFill>
              <a:schemeClr val="lt1">
                <a:alpha val="89803"/>
              </a:schemeClr>
            </a:solidFill>
            <a:ln cap="flat" cmpd="sng" w="12700">
              <a:solidFill>
                <a:srgbClr val="1BBE99"/>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p:nvPr/>
          </p:nvSpPr>
          <p:spPr>
            <a:xfrm>
              <a:off x="566770" y="3173268"/>
              <a:ext cx="7934784" cy="501840"/>
            </a:xfrm>
            <a:prstGeom prst="roundRect">
              <a:avLst>
                <a:gd fmla="val 16667"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5"/>
            <p:cNvSpPr txBox="1"/>
            <p:nvPr/>
          </p:nvSpPr>
          <p:spPr>
            <a:xfrm>
              <a:off x="591268" y="3197766"/>
              <a:ext cx="7885788" cy="452844"/>
            </a:xfrm>
            <a:prstGeom prst="rect">
              <a:avLst/>
            </a:prstGeom>
            <a:noFill/>
            <a:ln>
              <a:noFill/>
            </a:ln>
          </p:spPr>
          <p:txBody>
            <a:bodyPr anchorCtr="0" anchor="ctr" bIns="0" lIns="299900" spcFirstLastPara="1" rIns="299900" wrap="square" tIns="0">
              <a:noAutofit/>
            </a:bodyPr>
            <a:lstStyle/>
            <a:p>
              <a:pPr indent="0" lvl="0" marL="0" marR="0" rtl="0" algn="l">
                <a:lnSpc>
                  <a:spcPct val="90000"/>
                </a:lnSpc>
                <a:spcBef>
                  <a:spcPts val="0"/>
                </a:spcBef>
                <a:spcAft>
                  <a:spcPts val="0"/>
                </a:spcAft>
                <a:buClr>
                  <a:schemeClr val="lt1"/>
                </a:buClr>
                <a:buSzPts val="2400"/>
                <a:buFont typeface="Avenir"/>
                <a:buNone/>
              </a:pPr>
              <a:r>
                <a:rPr lang="id-ID" sz="2400">
                  <a:solidFill>
                    <a:schemeClr val="lt1"/>
                  </a:solidFill>
                  <a:latin typeface="Avenir"/>
                  <a:ea typeface="Avenir"/>
                  <a:cs typeface="Avenir"/>
                  <a:sym typeface="Avenir"/>
                </a:rPr>
                <a:t>5. Wasathiyyah dalam Aturan Sosial-Kemasyarakatan </a:t>
              </a:r>
              <a:endParaRPr/>
            </a:p>
          </p:txBody>
        </p:sp>
      </p:grpSp>
      <p:sp>
        <p:nvSpPr>
          <p:cNvPr id="166" name="Google Shape;166;p5"/>
          <p:cNvSpPr txBox="1"/>
          <p:nvPr/>
        </p:nvSpPr>
        <p:spPr>
          <a:xfrm>
            <a:off x="409903" y="5989638"/>
            <a:ext cx="5486400" cy="523220"/>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id-ID" sz="1400">
                <a:solidFill>
                  <a:schemeClr val="dk1"/>
                </a:solidFill>
                <a:latin typeface="Avenir"/>
                <a:ea typeface="Avenir"/>
                <a:cs typeface="Avenir"/>
                <a:sym typeface="Avenir"/>
              </a:rPr>
              <a:t>Yusuf al-Qaradawi, </a:t>
            </a:r>
            <a:r>
              <a:rPr i="1" lang="id-ID" sz="1400">
                <a:solidFill>
                  <a:schemeClr val="dk1"/>
                </a:solidFill>
                <a:latin typeface="Avenir"/>
                <a:ea typeface="Avenir"/>
                <a:cs typeface="Avenir"/>
                <a:sym typeface="Avenir"/>
              </a:rPr>
              <a:t>Kalimat fi-al-Wasathiyyah al-Islamiyyah wa-Ma‘allimuha</a:t>
            </a:r>
            <a:r>
              <a:rPr lang="id-ID" sz="1400">
                <a:solidFill>
                  <a:schemeClr val="dk1"/>
                </a:solidFill>
                <a:latin typeface="Avenir"/>
                <a:ea typeface="Avenir"/>
                <a:cs typeface="Avenir"/>
                <a:sym typeface="Avenir"/>
              </a:rPr>
              <a:t> (Kairo: Dar al-Shuruq, 2011), 20-30.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1" name="Shape 171"/>
        <p:cNvGrpSpPr/>
        <p:nvPr/>
      </p:nvGrpSpPr>
      <p:grpSpPr>
        <a:xfrm>
          <a:off x="0" y="0"/>
          <a:ext cx="0" cy="0"/>
          <a:chOff x="0" y="0"/>
          <a:chExt cx="0" cy="0"/>
        </a:xfrm>
      </p:grpSpPr>
      <p:sp>
        <p:nvSpPr>
          <p:cNvPr id="172" name="Google Shape;172;p6"/>
          <p:cNvSpPr/>
          <p:nvPr/>
        </p:nvSpPr>
        <p:spPr>
          <a:xfrm>
            <a:off x="3048" y="0"/>
            <a:ext cx="12188952"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73" name="Google Shape;173;p6"/>
          <p:cNvSpPr/>
          <p:nvPr/>
        </p:nvSpPr>
        <p:spPr>
          <a:xfrm>
            <a:off x="0" y="0"/>
            <a:ext cx="12192001" cy="6858000"/>
          </a:xfrm>
          <a:prstGeom prst="rect">
            <a:avLst/>
          </a:prstGeom>
          <a:solidFill>
            <a:srgbClr val="AEAEAE">
              <a:alpha val="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74" name="Google Shape;174;p6"/>
          <p:cNvSpPr txBox="1"/>
          <p:nvPr>
            <p:ph type="title"/>
          </p:nvPr>
        </p:nvSpPr>
        <p:spPr>
          <a:xfrm>
            <a:off x="6321119" y="230642"/>
            <a:ext cx="5369169" cy="115471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3700"/>
              <a:buFont typeface="Arial"/>
              <a:buNone/>
            </a:pPr>
            <a:r>
              <a:rPr lang="id-ID" sz="3700"/>
              <a:t>Dalil Islam sebagai </a:t>
            </a:r>
            <a:r>
              <a:rPr lang="id-ID" sz="3700">
                <a:solidFill>
                  <a:srgbClr val="00B050"/>
                </a:solidFill>
              </a:rPr>
              <a:t>Wasathiyyah</a:t>
            </a:r>
            <a:endParaRPr/>
          </a:p>
        </p:txBody>
      </p:sp>
      <p:sp>
        <p:nvSpPr>
          <p:cNvPr id="175" name="Google Shape;175;p6"/>
          <p:cNvSpPr txBox="1"/>
          <p:nvPr>
            <p:ph idx="1" type="body"/>
          </p:nvPr>
        </p:nvSpPr>
        <p:spPr>
          <a:xfrm>
            <a:off x="6321119" y="1603718"/>
            <a:ext cx="5355276" cy="4213757"/>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2000"/>
              <a:buNone/>
            </a:pPr>
            <a:r>
              <a:rPr lang="id-ID"/>
              <a:t>Imam al-Razi menyatakan bahwa kata wasath dalam ayat ini mengandung empat arti. </a:t>
            </a:r>
            <a:endParaRPr/>
          </a:p>
          <a:p>
            <a:pPr indent="-457200" lvl="0" marL="457200" rtl="0" algn="l">
              <a:lnSpc>
                <a:spcPct val="100000"/>
              </a:lnSpc>
              <a:spcBef>
                <a:spcPts val="1000"/>
              </a:spcBef>
              <a:spcAft>
                <a:spcPts val="0"/>
              </a:spcAft>
              <a:buSzPts val="2000"/>
              <a:buAutoNum type="arabicPeriod"/>
            </a:pPr>
            <a:r>
              <a:rPr lang="id-ID"/>
              <a:t>‘Adl (adil), yaitu tidak memihak salah satu pihak, misalnya dalam hal terjadi konflik di antara beberapa pihak. Adil juga berarti jauh dari dua sisi ekstrem (</a:t>
            </a:r>
            <a:r>
              <a:rPr i="1" lang="id-ID"/>
              <a:t>al-bu’du ‘an tharafai al-ifrath wa al-tafrith</a:t>
            </a:r>
            <a:r>
              <a:rPr lang="id-ID"/>
              <a:t>), karena ketika menjauh dari sikap-sikap ekstrem, maka adil itu akan muncul.</a:t>
            </a:r>
            <a:endParaRPr/>
          </a:p>
          <a:p>
            <a:pPr indent="-457200" lvl="0" marL="457200" rtl="0" algn="l">
              <a:lnSpc>
                <a:spcPct val="100000"/>
              </a:lnSpc>
              <a:spcBef>
                <a:spcPts val="1000"/>
              </a:spcBef>
              <a:spcAft>
                <a:spcPts val="0"/>
              </a:spcAft>
              <a:buSzPts val="2000"/>
              <a:buAutoNum type="arabicPeriod"/>
            </a:pPr>
            <a:r>
              <a:rPr lang="id-ID"/>
              <a:t>Sesuatu yang terbaik (</a:t>
            </a:r>
            <a:r>
              <a:rPr i="1" lang="id-ID"/>
              <a:t>khiyar</a:t>
            </a:r>
            <a:r>
              <a:rPr lang="id-ID"/>
              <a:t>).</a:t>
            </a:r>
            <a:endParaRPr/>
          </a:p>
          <a:p>
            <a:pPr indent="-457200" lvl="0" marL="457200" rtl="0" algn="l">
              <a:lnSpc>
                <a:spcPct val="100000"/>
              </a:lnSpc>
              <a:spcBef>
                <a:spcPts val="1000"/>
              </a:spcBef>
              <a:spcAft>
                <a:spcPts val="0"/>
              </a:spcAft>
              <a:buSzPts val="2000"/>
              <a:buAutoNum type="arabicPeriod"/>
            </a:pPr>
            <a:r>
              <a:rPr lang="id-ID"/>
              <a:t>Paling utama (</a:t>
            </a:r>
            <a:r>
              <a:rPr i="1" lang="id-ID"/>
              <a:t>aktsaru fadhlan</a:t>
            </a:r>
            <a:r>
              <a:rPr lang="id-ID"/>
              <a:t>).</a:t>
            </a:r>
            <a:endParaRPr/>
          </a:p>
          <a:p>
            <a:pPr indent="-457200" lvl="0" marL="457200" rtl="0" algn="l">
              <a:lnSpc>
                <a:spcPct val="100000"/>
              </a:lnSpc>
              <a:spcBef>
                <a:spcPts val="1000"/>
              </a:spcBef>
              <a:spcAft>
                <a:spcPts val="0"/>
              </a:spcAft>
              <a:buSzPts val="2000"/>
              <a:buAutoNum type="arabicPeriod"/>
            </a:pPr>
            <a:r>
              <a:rPr lang="id-ID"/>
              <a:t>Tidak berlebihan dalam melakukan ibadah dan praktik beragama. </a:t>
            </a:r>
            <a:endParaRPr/>
          </a:p>
        </p:txBody>
      </p:sp>
      <p:pic>
        <p:nvPicPr>
          <p:cNvPr descr="Text&#10;&#10;Description automatically generated" id="176" name="Google Shape;176;p6"/>
          <p:cNvPicPr preferRelativeResize="0"/>
          <p:nvPr/>
        </p:nvPicPr>
        <p:blipFill rotWithShape="1">
          <a:blip r:embed="rId3">
            <a:alphaModFix/>
          </a:blip>
          <a:srcRect b="-2" l="204" r="1374" t="0"/>
          <a:stretch/>
        </p:blipFill>
        <p:spPr>
          <a:xfrm>
            <a:off x="0" y="0"/>
            <a:ext cx="5544176" cy="6646910"/>
          </a:xfrm>
          <a:custGeom>
            <a:rect b="b" l="l" r="r" t="t"/>
            <a:pathLst>
              <a:path extrusionOk="0" h="6646910" w="5544176">
                <a:moveTo>
                  <a:pt x="4779974" y="685250"/>
                </a:moveTo>
                <a:cubicBezTo>
                  <a:pt x="5032054" y="670215"/>
                  <a:pt x="5267008" y="852320"/>
                  <a:pt x="5309474" y="1126951"/>
                </a:cubicBezTo>
                <a:cubicBezTo>
                  <a:pt x="5346050" y="1363456"/>
                  <a:pt x="5216949" y="1600813"/>
                  <a:pt x="5001910" y="1690856"/>
                </a:cubicBezTo>
                <a:cubicBezTo>
                  <a:pt x="4692098" y="1820733"/>
                  <a:pt x="4350283" y="1615922"/>
                  <a:pt x="4306656" y="1273177"/>
                </a:cubicBezTo>
                <a:cubicBezTo>
                  <a:pt x="4276590" y="1039231"/>
                  <a:pt x="4408479" y="807918"/>
                  <a:pt x="4621504" y="721515"/>
                </a:cubicBezTo>
                <a:cubicBezTo>
                  <a:pt x="4671997" y="700903"/>
                  <a:pt x="4725528" y="688659"/>
                  <a:pt x="4779974" y="685250"/>
                </a:cubicBezTo>
                <a:close/>
                <a:moveTo>
                  <a:pt x="2760003" y="352577"/>
                </a:moveTo>
                <a:cubicBezTo>
                  <a:pt x="2869653" y="345991"/>
                  <a:pt x="2971942" y="425187"/>
                  <a:pt x="2990385" y="544679"/>
                </a:cubicBezTo>
                <a:cubicBezTo>
                  <a:pt x="3006348" y="647665"/>
                  <a:pt x="2950167" y="750884"/>
                  <a:pt x="2856557" y="790095"/>
                </a:cubicBezTo>
                <a:cubicBezTo>
                  <a:pt x="2721799" y="846585"/>
                  <a:pt x="2573171" y="757470"/>
                  <a:pt x="2554030" y="608299"/>
                </a:cubicBezTo>
                <a:cubicBezTo>
                  <a:pt x="2540934" y="506165"/>
                  <a:pt x="2598123" y="405659"/>
                  <a:pt x="2691113" y="368075"/>
                </a:cubicBezTo>
                <a:cubicBezTo>
                  <a:pt x="2713089" y="359242"/>
                  <a:pt x="2736352" y="353973"/>
                  <a:pt x="2760003" y="352577"/>
                </a:cubicBezTo>
                <a:close/>
                <a:moveTo>
                  <a:pt x="3630" y="28121"/>
                </a:moveTo>
                <a:cubicBezTo>
                  <a:pt x="53278" y="26959"/>
                  <a:pt x="102920" y="30524"/>
                  <a:pt x="151871" y="38891"/>
                </a:cubicBezTo>
                <a:cubicBezTo>
                  <a:pt x="865103" y="112200"/>
                  <a:pt x="964292" y="593344"/>
                  <a:pt x="1031555" y="832871"/>
                </a:cubicBezTo>
                <a:cubicBezTo>
                  <a:pt x="1053330" y="878203"/>
                  <a:pt x="1074563" y="922528"/>
                  <a:pt x="1096338" y="964607"/>
                </a:cubicBezTo>
                <a:cubicBezTo>
                  <a:pt x="1174682" y="1115560"/>
                  <a:pt x="1260852" y="1237377"/>
                  <a:pt x="1409481" y="1265738"/>
                </a:cubicBezTo>
                <a:cubicBezTo>
                  <a:pt x="1767492" y="1334008"/>
                  <a:pt x="1973154" y="762896"/>
                  <a:pt x="2318612" y="859062"/>
                </a:cubicBezTo>
                <a:cubicBezTo>
                  <a:pt x="2496300" y="908501"/>
                  <a:pt x="2583943" y="1098510"/>
                  <a:pt x="2675615" y="1267985"/>
                </a:cubicBezTo>
                <a:cubicBezTo>
                  <a:pt x="2731099" y="1370507"/>
                  <a:pt x="2875466" y="1386005"/>
                  <a:pt x="2952957" y="1297896"/>
                </a:cubicBezTo>
                <a:cubicBezTo>
                  <a:pt x="2992292" y="1253804"/>
                  <a:pt x="3027543" y="1206225"/>
                  <a:pt x="3058268" y="1155778"/>
                </a:cubicBezTo>
                <a:cubicBezTo>
                  <a:pt x="3256027" y="815280"/>
                  <a:pt x="3063848" y="537317"/>
                  <a:pt x="3306706" y="310500"/>
                </a:cubicBezTo>
                <a:cubicBezTo>
                  <a:pt x="3358006" y="262378"/>
                  <a:pt x="3524148" y="107395"/>
                  <a:pt x="3735234" y="107395"/>
                </a:cubicBezTo>
                <a:cubicBezTo>
                  <a:pt x="3766510" y="107395"/>
                  <a:pt x="3797693" y="110804"/>
                  <a:pt x="3828224" y="117624"/>
                </a:cubicBezTo>
                <a:cubicBezTo>
                  <a:pt x="4046595" y="166056"/>
                  <a:pt x="4222967" y="384349"/>
                  <a:pt x="4231180" y="592260"/>
                </a:cubicBezTo>
                <a:cubicBezTo>
                  <a:pt x="4242339" y="872003"/>
                  <a:pt x="3941207" y="932136"/>
                  <a:pt x="3873092" y="1299370"/>
                </a:cubicBezTo>
                <a:cubicBezTo>
                  <a:pt x="3837368" y="1492245"/>
                  <a:pt x="3867280" y="1798492"/>
                  <a:pt x="4050935" y="1948439"/>
                </a:cubicBezTo>
                <a:cubicBezTo>
                  <a:pt x="4358421" y="2199435"/>
                  <a:pt x="4810507" y="1777182"/>
                  <a:pt x="5211525" y="2027402"/>
                </a:cubicBezTo>
                <a:cubicBezTo>
                  <a:pt x="5429122" y="2163013"/>
                  <a:pt x="5566824" y="2456164"/>
                  <a:pt x="5541097" y="2700958"/>
                </a:cubicBezTo>
                <a:cubicBezTo>
                  <a:pt x="5501654" y="3076251"/>
                  <a:pt x="5098698" y="3142194"/>
                  <a:pt x="5094823" y="3471378"/>
                </a:cubicBezTo>
                <a:cubicBezTo>
                  <a:pt x="5091415" y="3745236"/>
                  <a:pt x="5419668" y="3893242"/>
                  <a:pt x="5505528" y="4272564"/>
                </a:cubicBezTo>
                <a:cubicBezTo>
                  <a:pt x="5569691" y="4556184"/>
                  <a:pt x="5439041" y="4752005"/>
                  <a:pt x="5281423" y="4965183"/>
                </a:cubicBezTo>
                <a:cubicBezTo>
                  <a:pt x="5068244" y="5253608"/>
                  <a:pt x="4866301" y="5146281"/>
                  <a:pt x="4675749" y="5385343"/>
                </a:cubicBezTo>
                <a:cubicBezTo>
                  <a:pt x="4370191" y="5769070"/>
                  <a:pt x="4714176" y="6260683"/>
                  <a:pt x="4508838" y="6598516"/>
                </a:cubicBezTo>
                <a:lnTo>
                  <a:pt x="4472787" y="6646910"/>
                </a:lnTo>
                <a:lnTo>
                  <a:pt x="3367517" y="6646910"/>
                </a:lnTo>
                <a:lnTo>
                  <a:pt x="2998981" y="6646910"/>
                </a:lnTo>
                <a:lnTo>
                  <a:pt x="2648733" y="6646910"/>
                </a:lnTo>
                <a:lnTo>
                  <a:pt x="0" y="6646910"/>
                </a:lnTo>
                <a:lnTo>
                  <a:pt x="0" y="28222"/>
                </a:lnTo>
                <a:close/>
                <a:moveTo>
                  <a:pt x="1509522" y="767"/>
                </a:moveTo>
                <a:cubicBezTo>
                  <a:pt x="1736339" y="-12639"/>
                  <a:pt x="1947814" y="150946"/>
                  <a:pt x="1986017" y="398066"/>
                </a:cubicBezTo>
                <a:cubicBezTo>
                  <a:pt x="2019183" y="611090"/>
                  <a:pt x="1902946" y="824502"/>
                  <a:pt x="1709217" y="905558"/>
                </a:cubicBezTo>
                <a:cubicBezTo>
                  <a:pt x="1430403" y="1021795"/>
                  <a:pt x="1123149" y="837830"/>
                  <a:pt x="1083551" y="529879"/>
                </a:cubicBezTo>
                <a:cubicBezTo>
                  <a:pt x="1056506" y="319025"/>
                  <a:pt x="1175223" y="110882"/>
                  <a:pt x="1366937" y="33390"/>
                </a:cubicBezTo>
                <a:cubicBezTo>
                  <a:pt x="1412379" y="14871"/>
                  <a:pt x="1460539" y="3866"/>
                  <a:pt x="1509522" y="767"/>
                </a:cubicBezTo>
                <a:close/>
              </a:path>
            </a:pathLst>
          </a:custGeom>
          <a:noFill/>
          <a:ln>
            <a:noFill/>
          </a:ln>
        </p:spPr>
      </p:pic>
      <p:sp>
        <p:nvSpPr>
          <p:cNvPr id="177" name="Google Shape;177;p6"/>
          <p:cNvSpPr txBox="1"/>
          <p:nvPr/>
        </p:nvSpPr>
        <p:spPr>
          <a:xfrm>
            <a:off x="1459957" y="5921458"/>
            <a:ext cx="4636043" cy="553998"/>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id-ID" sz="1500">
                <a:solidFill>
                  <a:schemeClr val="dk1"/>
                </a:solidFill>
                <a:latin typeface="Avenir"/>
                <a:ea typeface="Avenir"/>
                <a:cs typeface="Avenir"/>
                <a:sym typeface="Avenir"/>
              </a:rPr>
              <a:t>Al-Imam Fakhr al-Din al-Razi, </a:t>
            </a:r>
            <a:r>
              <a:rPr i="1" lang="id-ID" sz="1500">
                <a:solidFill>
                  <a:schemeClr val="dk1"/>
                </a:solidFill>
                <a:latin typeface="Avenir"/>
                <a:ea typeface="Avenir"/>
                <a:cs typeface="Avenir"/>
                <a:sym typeface="Avenir"/>
              </a:rPr>
              <a:t>Mafatih al-Ghayb</a:t>
            </a:r>
            <a:r>
              <a:rPr lang="id-ID" sz="1500">
                <a:solidFill>
                  <a:schemeClr val="dk1"/>
                </a:solidFill>
                <a:latin typeface="Avenir"/>
                <a:ea typeface="Avenir"/>
                <a:cs typeface="Avenir"/>
                <a:sym typeface="Avenir"/>
              </a:rPr>
              <a:t>, vol. 4 (Beirut: Dar al-Fikr, 1981), 107.</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2" name="Shape 182"/>
        <p:cNvGrpSpPr/>
        <p:nvPr/>
      </p:nvGrpSpPr>
      <p:grpSpPr>
        <a:xfrm>
          <a:off x="0" y="0"/>
          <a:ext cx="0" cy="0"/>
          <a:chOff x="0" y="0"/>
          <a:chExt cx="0" cy="0"/>
        </a:xfrm>
      </p:grpSpPr>
      <p:sp>
        <p:nvSpPr>
          <p:cNvPr id="183" name="Google Shape;183;p7"/>
          <p:cNvSpPr/>
          <p:nvPr/>
        </p:nvSpPr>
        <p:spPr>
          <a:xfrm>
            <a:off x="0" y="0"/>
            <a:ext cx="12188952"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84" name="Google Shape;184;p7"/>
          <p:cNvSpPr/>
          <p:nvPr/>
        </p:nvSpPr>
        <p:spPr>
          <a:xfrm>
            <a:off x="0" y="0"/>
            <a:ext cx="12192001" cy="6858000"/>
          </a:xfrm>
          <a:prstGeom prst="rect">
            <a:avLst/>
          </a:prstGeom>
          <a:solidFill>
            <a:srgbClr val="AEAEAE">
              <a:alpha val="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185" name="Google Shape;185;p7"/>
          <p:cNvSpPr txBox="1"/>
          <p:nvPr>
            <p:ph type="title"/>
          </p:nvPr>
        </p:nvSpPr>
        <p:spPr>
          <a:xfrm>
            <a:off x="6297494" y="341077"/>
            <a:ext cx="5369169" cy="1619611"/>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Arial"/>
              <a:buNone/>
            </a:pPr>
            <a:r>
              <a:rPr lang="id-ID"/>
              <a:t>‘</a:t>
            </a:r>
            <a:r>
              <a:rPr i="1" lang="id-ID"/>
              <a:t>Wasathiyyah</a:t>
            </a:r>
            <a:r>
              <a:rPr lang="id-ID"/>
              <a:t>’ sebagai ‘Islam Tengah’</a:t>
            </a:r>
            <a:endParaRPr/>
          </a:p>
        </p:txBody>
      </p:sp>
      <p:sp>
        <p:nvSpPr>
          <p:cNvPr id="186" name="Google Shape;186;p7"/>
          <p:cNvSpPr txBox="1"/>
          <p:nvPr>
            <p:ph idx="1" type="body"/>
          </p:nvPr>
        </p:nvSpPr>
        <p:spPr>
          <a:xfrm>
            <a:off x="6298092" y="2144111"/>
            <a:ext cx="5355276" cy="3421118"/>
          </a:xfrm>
          <a:prstGeom prst="rect">
            <a:avLst/>
          </a:prstGeom>
          <a:noFill/>
          <a:ln>
            <a:noFill/>
          </a:ln>
        </p:spPr>
        <p:txBody>
          <a:bodyPr anchorCtr="0" anchor="t" bIns="45700" lIns="91425" spcFirstLastPara="1" rIns="91425" wrap="square" tIns="45700">
            <a:normAutofit/>
          </a:bodyPr>
          <a:lstStyle/>
          <a:p>
            <a:pPr indent="0" lvl="0" marL="0" rtl="0" algn="l">
              <a:lnSpc>
                <a:spcPct val="110000"/>
              </a:lnSpc>
              <a:spcBef>
                <a:spcPts val="0"/>
              </a:spcBef>
              <a:spcAft>
                <a:spcPts val="0"/>
              </a:spcAft>
              <a:buSzPts val="2100"/>
              <a:buNone/>
            </a:pPr>
            <a:r>
              <a:rPr lang="id-ID" sz="2100"/>
              <a:t>Islam wasathiyyah adalah sikap lurus, berimbang, dan ‘berposisi di tengah-tengah’ dalam memahami dan mengamalkan ajaran Islam, sehingga tidak berlebihan (ifrath/ghuluw) ataupun berkekurangan (tafrith/jafa’). Ringkasnya, Islam </a:t>
            </a:r>
            <a:r>
              <a:rPr i="1" lang="id-ID" sz="2100"/>
              <a:t>wasatihiyyah</a:t>
            </a:r>
            <a:r>
              <a:rPr lang="id-ID" sz="2100"/>
              <a:t> adalah posisi berislam yang proprosional, tidak </a:t>
            </a:r>
            <a:r>
              <a:rPr i="1" lang="id-ID" sz="2100"/>
              <a:t>ifrath</a:t>
            </a:r>
            <a:r>
              <a:rPr lang="id-ID" sz="2100"/>
              <a:t> ataupun </a:t>
            </a:r>
            <a:r>
              <a:rPr i="1" lang="id-ID" sz="2100"/>
              <a:t>tafrith</a:t>
            </a:r>
            <a:r>
              <a:rPr lang="id-ID" sz="2100"/>
              <a:t>, tidak </a:t>
            </a:r>
            <a:r>
              <a:rPr i="1" lang="id-ID" sz="2100"/>
              <a:t>ghuluw </a:t>
            </a:r>
            <a:r>
              <a:rPr lang="id-ID" sz="2100"/>
              <a:t>ataupun </a:t>
            </a:r>
            <a:r>
              <a:rPr i="1" lang="id-ID" sz="2100"/>
              <a:t>jafa’.  </a:t>
            </a:r>
            <a:endParaRPr/>
          </a:p>
        </p:txBody>
      </p:sp>
      <p:pic>
        <p:nvPicPr>
          <p:cNvPr descr="A picture containing person, person, indoor, standing&#10;&#10;Description automatically generated" id="187" name="Google Shape;187;p7"/>
          <p:cNvPicPr preferRelativeResize="0"/>
          <p:nvPr/>
        </p:nvPicPr>
        <p:blipFill rotWithShape="1">
          <a:blip r:embed="rId3">
            <a:alphaModFix/>
          </a:blip>
          <a:srcRect b="-1" l="19712" r="23992" t="0"/>
          <a:stretch/>
        </p:blipFill>
        <p:spPr>
          <a:xfrm>
            <a:off x="-52346" y="10"/>
            <a:ext cx="5827552" cy="6857990"/>
          </a:xfrm>
          <a:custGeom>
            <a:rect b="b" l="l" r="r" t="t"/>
            <a:pathLst>
              <a:path extrusionOk="0" h="6858000" w="5827552">
                <a:moveTo>
                  <a:pt x="5436113" y="4232571"/>
                </a:moveTo>
                <a:cubicBezTo>
                  <a:pt x="5625722" y="4232571"/>
                  <a:pt x="5779430" y="4386279"/>
                  <a:pt x="5779430" y="4575888"/>
                </a:cubicBezTo>
                <a:cubicBezTo>
                  <a:pt x="5779430" y="4765497"/>
                  <a:pt x="5625722" y="4919205"/>
                  <a:pt x="5436113" y="4919205"/>
                </a:cubicBezTo>
                <a:cubicBezTo>
                  <a:pt x="5246504" y="4919205"/>
                  <a:pt x="5092796" y="4765497"/>
                  <a:pt x="5092796" y="4575888"/>
                </a:cubicBezTo>
                <a:cubicBezTo>
                  <a:pt x="5092796" y="4386279"/>
                  <a:pt x="5246504" y="4232571"/>
                  <a:pt x="5436113" y="4232571"/>
                </a:cubicBezTo>
                <a:close/>
                <a:moveTo>
                  <a:pt x="5580185" y="1806694"/>
                </a:moveTo>
                <a:cubicBezTo>
                  <a:pt x="5699726" y="1806694"/>
                  <a:pt x="5799461" y="1891487"/>
                  <a:pt x="5822527" y="2004209"/>
                </a:cubicBezTo>
                <a:lnTo>
                  <a:pt x="5827552" y="2054052"/>
                </a:lnTo>
                <a:lnTo>
                  <a:pt x="5827552" y="2054073"/>
                </a:lnTo>
                <a:lnTo>
                  <a:pt x="5822527" y="2103916"/>
                </a:lnTo>
                <a:cubicBezTo>
                  <a:pt x="5799461" y="2216637"/>
                  <a:pt x="5699726" y="2301430"/>
                  <a:pt x="5580185" y="2301430"/>
                </a:cubicBezTo>
                <a:cubicBezTo>
                  <a:pt x="5443567" y="2301430"/>
                  <a:pt x="5332817" y="2190680"/>
                  <a:pt x="5332817" y="2054062"/>
                </a:cubicBezTo>
                <a:cubicBezTo>
                  <a:pt x="5332817" y="1917444"/>
                  <a:pt x="5443567" y="1806694"/>
                  <a:pt x="5580185" y="1806694"/>
                </a:cubicBezTo>
                <a:close/>
                <a:moveTo>
                  <a:pt x="5580184" y="1294715"/>
                </a:moveTo>
                <a:cubicBezTo>
                  <a:pt x="5659753" y="1294715"/>
                  <a:pt x="5724256" y="1359218"/>
                  <a:pt x="5724256" y="1438787"/>
                </a:cubicBezTo>
                <a:cubicBezTo>
                  <a:pt x="5724256" y="1518356"/>
                  <a:pt x="5659753" y="1582859"/>
                  <a:pt x="5580184" y="1582859"/>
                </a:cubicBezTo>
                <a:cubicBezTo>
                  <a:pt x="5500615" y="1582859"/>
                  <a:pt x="5436112" y="1518356"/>
                  <a:pt x="5436112" y="1438787"/>
                </a:cubicBezTo>
                <a:cubicBezTo>
                  <a:pt x="5436112" y="1359218"/>
                  <a:pt x="5500615" y="1294715"/>
                  <a:pt x="5580184" y="1294715"/>
                </a:cubicBezTo>
                <a:close/>
                <a:moveTo>
                  <a:pt x="0" y="0"/>
                </a:moveTo>
                <a:lnTo>
                  <a:pt x="5346882" y="0"/>
                </a:lnTo>
                <a:lnTo>
                  <a:pt x="5396357" y="64140"/>
                </a:lnTo>
                <a:cubicBezTo>
                  <a:pt x="5509528" y="228632"/>
                  <a:pt x="5577723" y="424885"/>
                  <a:pt x="5582550" y="646882"/>
                </a:cubicBezTo>
                <a:cubicBezTo>
                  <a:pt x="5608062" y="1102027"/>
                  <a:pt x="5203194" y="1301070"/>
                  <a:pt x="5151872" y="1809180"/>
                </a:cubicBezTo>
                <a:cubicBezTo>
                  <a:pt x="5104686" y="2276432"/>
                  <a:pt x="5496947" y="2514465"/>
                  <a:pt x="5323965" y="3464278"/>
                </a:cubicBezTo>
                <a:cubicBezTo>
                  <a:pt x="5211960" y="4079388"/>
                  <a:pt x="4297510" y="4259025"/>
                  <a:pt x="5513003" y="5720066"/>
                </a:cubicBezTo>
                <a:cubicBezTo>
                  <a:pt x="5768583" y="6027176"/>
                  <a:pt x="5791560" y="6490332"/>
                  <a:pt x="5601722" y="6841105"/>
                </a:cubicBezTo>
                <a:lnTo>
                  <a:pt x="5590822" y="6858000"/>
                </a:lnTo>
                <a:lnTo>
                  <a:pt x="1735" y="6858000"/>
                </a:lnTo>
                <a:lnTo>
                  <a:pt x="0" y="6858000"/>
                </a:lnTo>
                <a:lnTo>
                  <a:pt x="0" y="6849812"/>
                </a:lnTo>
                <a:lnTo>
                  <a:pt x="0" y="6483067"/>
                </a:lnTo>
                <a:lnTo>
                  <a:pt x="0" y="1250146"/>
                </a:lnTo>
                <a:close/>
              </a:path>
            </a:pathLst>
          </a:cu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8"/>
          <p:cNvSpPr txBox="1"/>
          <p:nvPr>
            <p:ph type="title"/>
          </p:nvPr>
        </p:nvSpPr>
        <p:spPr>
          <a:xfrm>
            <a:off x="609600" y="252249"/>
            <a:ext cx="10972800" cy="892644"/>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Arial"/>
              <a:buNone/>
            </a:pPr>
            <a:r>
              <a:rPr lang="id-ID"/>
              <a:t>Episteme Islam </a:t>
            </a:r>
            <a:r>
              <a:rPr lang="id-ID">
                <a:solidFill>
                  <a:srgbClr val="00B050"/>
                </a:solidFill>
              </a:rPr>
              <a:t>Wasathiyyah</a:t>
            </a:r>
            <a:r>
              <a:rPr lang="id-ID"/>
              <a:t>: Keseimbangan</a:t>
            </a:r>
            <a:endParaRPr/>
          </a:p>
        </p:txBody>
      </p:sp>
      <p:grpSp>
        <p:nvGrpSpPr>
          <p:cNvPr id="193" name="Google Shape;193;p8"/>
          <p:cNvGrpSpPr/>
          <p:nvPr/>
        </p:nvGrpSpPr>
        <p:grpSpPr>
          <a:xfrm>
            <a:off x="3867281" y="1623848"/>
            <a:ext cx="4483712" cy="4981902"/>
            <a:chOff x="2937115" y="0"/>
            <a:chExt cx="4483712" cy="4981902"/>
          </a:xfrm>
        </p:grpSpPr>
        <p:sp>
          <p:nvSpPr>
            <p:cNvPr id="194" name="Google Shape;194;p8"/>
            <p:cNvSpPr/>
            <p:nvPr/>
          </p:nvSpPr>
          <p:spPr>
            <a:xfrm>
              <a:off x="2986934" y="0"/>
              <a:ext cx="1793485" cy="996380"/>
            </a:xfrm>
            <a:prstGeom prst="roundRect">
              <a:avLst>
                <a:gd fmla="val 10000" name="adj"/>
              </a:avLst>
            </a:prstGeom>
            <a:solidFill>
              <a:srgbClr val="FEB4B4">
                <a:alpha val="89803"/>
              </a:srgbClr>
            </a:solidFill>
            <a:ln cap="flat" cmpd="sng" w="12700">
              <a:solidFill>
                <a:srgbClr val="CAE8DE">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txBox="1"/>
            <p:nvPr/>
          </p:nvSpPr>
          <p:spPr>
            <a:xfrm>
              <a:off x="3016117" y="29183"/>
              <a:ext cx="1735119" cy="938014"/>
            </a:xfrm>
            <a:prstGeom prst="rect">
              <a:avLst/>
            </a:prstGeom>
            <a:noFill/>
            <a:ln>
              <a:noFill/>
            </a:ln>
          </p:spPr>
          <p:txBody>
            <a:bodyPr anchorCtr="0" anchor="ctr" bIns="163825" lIns="163825" spcFirstLastPara="1" rIns="163825" wrap="square" tIns="163825">
              <a:noAutofit/>
            </a:bodyPr>
            <a:lstStyle/>
            <a:p>
              <a:pPr indent="0" lvl="0" marL="0" marR="0" rtl="0" algn="ctr">
                <a:lnSpc>
                  <a:spcPct val="90000"/>
                </a:lnSpc>
                <a:spcBef>
                  <a:spcPts val="0"/>
                </a:spcBef>
                <a:spcAft>
                  <a:spcPts val="0"/>
                </a:spcAft>
                <a:buClr>
                  <a:schemeClr val="dk1"/>
                </a:buClr>
                <a:buSzPts val="4300"/>
                <a:buFont typeface="Avenir"/>
                <a:buNone/>
              </a:pPr>
              <a:r>
                <a:rPr lang="id-ID" sz="4300">
                  <a:solidFill>
                    <a:schemeClr val="dk1"/>
                  </a:solidFill>
                  <a:latin typeface="Avenir"/>
                  <a:ea typeface="Avenir"/>
                  <a:cs typeface="Avenir"/>
                  <a:sym typeface="Avenir"/>
                </a:rPr>
                <a:t> </a:t>
              </a:r>
              <a:r>
                <a:rPr b="0" lang="id-ID" sz="4300">
                  <a:solidFill>
                    <a:schemeClr val="dk1"/>
                  </a:solidFill>
                  <a:latin typeface="Avenir"/>
                  <a:ea typeface="Avenir"/>
                  <a:cs typeface="Avenir"/>
                  <a:sym typeface="Avenir"/>
                </a:rPr>
                <a:t>Nilai</a:t>
              </a:r>
              <a:endParaRPr/>
            </a:p>
          </p:txBody>
        </p:sp>
        <p:sp>
          <p:nvSpPr>
            <p:cNvPr id="196" name="Google Shape;196;p8"/>
            <p:cNvSpPr/>
            <p:nvPr/>
          </p:nvSpPr>
          <p:spPr>
            <a:xfrm>
              <a:off x="5577524" y="0"/>
              <a:ext cx="1793485" cy="996380"/>
            </a:xfrm>
            <a:prstGeom prst="roundRect">
              <a:avLst>
                <a:gd fmla="val 10000" name="adj"/>
              </a:avLst>
            </a:prstGeom>
            <a:solidFill>
              <a:srgbClr val="FEB4B4">
                <a:alpha val="89803"/>
              </a:srgbClr>
            </a:solidFill>
            <a:ln cap="flat" cmpd="sng" w="12700">
              <a:solidFill>
                <a:srgbClr val="CAE8DE">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8"/>
            <p:cNvSpPr txBox="1"/>
            <p:nvPr/>
          </p:nvSpPr>
          <p:spPr>
            <a:xfrm>
              <a:off x="5606707" y="29183"/>
              <a:ext cx="1735119" cy="938014"/>
            </a:xfrm>
            <a:prstGeom prst="rect">
              <a:avLst/>
            </a:prstGeom>
            <a:noFill/>
            <a:ln>
              <a:noFill/>
            </a:ln>
          </p:spPr>
          <p:txBody>
            <a:bodyPr anchorCtr="0" anchor="ctr" bIns="163825" lIns="163825" spcFirstLastPara="1" rIns="163825" wrap="square" tIns="163825">
              <a:noAutofit/>
            </a:bodyPr>
            <a:lstStyle/>
            <a:p>
              <a:pPr indent="0" lvl="0" marL="0" marR="0" rtl="0" algn="ctr">
                <a:lnSpc>
                  <a:spcPct val="90000"/>
                </a:lnSpc>
                <a:spcBef>
                  <a:spcPts val="0"/>
                </a:spcBef>
                <a:spcAft>
                  <a:spcPts val="0"/>
                </a:spcAft>
                <a:buClr>
                  <a:schemeClr val="dk1"/>
                </a:buClr>
                <a:buSzPts val="4300"/>
                <a:buFont typeface="Avenir"/>
                <a:buNone/>
              </a:pPr>
              <a:r>
                <a:rPr lang="id-ID" sz="4300">
                  <a:solidFill>
                    <a:schemeClr val="dk1"/>
                  </a:solidFill>
                  <a:latin typeface="Avenir"/>
                  <a:ea typeface="Avenir"/>
                  <a:cs typeface="Avenir"/>
                  <a:sym typeface="Avenir"/>
                </a:rPr>
                <a:t>Nilai</a:t>
              </a:r>
              <a:endParaRPr/>
            </a:p>
          </p:txBody>
        </p:sp>
        <p:sp>
          <p:nvSpPr>
            <p:cNvPr id="198" name="Google Shape;198;p8"/>
            <p:cNvSpPr/>
            <p:nvPr/>
          </p:nvSpPr>
          <p:spPr>
            <a:xfrm>
              <a:off x="4805329" y="4234617"/>
              <a:ext cx="747285" cy="747285"/>
            </a:xfrm>
            <a:prstGeom prst="triangle">
              <a:avLst>
                <a:gd fmla="val 50000" name="adj"/>
              </a:avLst>
            </a:prstGeom>
            <a:solidFill>
              <a:srgbClr val="5B5B5B">
                <a:alpha val="89803"/>
              </a:srgbClr>
            </a:solidFill>
            <a:ln cap="flat" cmpd="sng" w="12700">
              <a:solidFill>
                <a:srgbClr val="CAE8DE">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8"/>
            <p:cNvSpPr/>
            <p:nvPr/>
          </p:nvSpPr>
          <p:spPr>
            <a:xfrm>
              <a:off x="2937115" y="3921754"/>
              <a:ext cx="4483712" cy="302899"/>
            </a:xfrm>
            <a:prstGeom prst="rect">
              <a:avLst/>
            </a:prstGeom>
            <a:solidFill>
              <a:srgbClr val="5B5B5B">
                <a:alpha val="89803"/>
              </a:srgbClr>
            </a:solidFill>
            <a:ln cap="flat" cmpd="sng" w="12700">
              <a:solidFill>
                <a:srgbClr val="CAE8DE">
                  <a:alpha val="89803"/>
                </a:srgbClr>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5577524" y="3048924"/>
              <a:ext cx="1793485" cy="836959"/>
            </a:xfrm>
            <a:prstGeom prst="roundRect">
              <a:avLst>
                <a:gd fmla="val 16667"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8"/>
            <p:cNvSpPr txBox="1"/>
            <p:nvPr/>
          </p:nvSpPr>
          <p:spPr>
            <a:xfrm>
              <a:off x="5618381" y="3089781"/>
              <a:ext cx="1711771" cy="755245"/>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chemeClr val="lt1"/>
                </a:buClr>
                <a:buSzPts val="2200"/>
                <a:buFont typeface="Avenir"/>
                <a:buNone/>
              </a:pPr>
              <a:r>
                <a:rPr b="1" lang="id-ID" sz="2200">
                  <a:solidFill>
                    <a:schemeClr val="lt1"/>
                  </a:solidFill>
                  <a:latin typeface="Avenir"/>
                  <a:ea typeface="Avenir"/>
                  <a:cs typeface="Avenir"/>
                  <a:sym typeface="Avenir"/>
                </a:rPr>
                <a:t>Realitas</a:t>
              </a:r>
              <a:endParaRPr/>
            </a:p>
          </p:txBody>
        </p:sp>
        <p:sp>
          <p:nvSpPr>
            <p:cNvPr id="202" name="Google Shape;202;p8"/>
            <p:cNvSpPr/>
            <p:nvPr/>
          </p:nvSpPr>
          <p:spPr>
            <a:xfrm>
              <a:off x="5577524" y="2152182"/>
              <a:ext cx="1793485" cy="836959"/>
            </a:xfrm>
            <a:prstGeom prst="roundRect">
              <a:avLst>
                <a:gd fmla="val 16667"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txBox="1"/>
            <p:nvPr/>
          </p:nvSpPr>
          <p:spPr>
            <a:xfrm>
              <a:off x="5618381" y="2193039"/>
              <a:ext cx="1711771" cy="755245"/>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chemeClr val="lt1"/>
                </a:buClr>
                <a:buSzPts val="2200"/>
                <a:buFont typeface="Avenir"/>
                <a:buNone/>
              </a:pPr>
              <a:r>
                <a:rPr b="1" lang="id-ID" sz="2200">
                  <a:solidFill>
                    <a:schemeClr val="lt1"/>
                  </a:solidFill>
                  <a:latin typeface="Avenir"/>
                  <a:ea typeface="Avenir"/>
                  <a:cs typeface="Avenir"/>
                  <a:sym typeface="Avenir"/>
                </a:rPr>
                <a:t>Akal </a:t>
              </a:r>
              <a:endParaRPr/>
            </a:p>
          </p:txBody>
        </p:sp>
        <p:sp>
          <p:nvSpPr>
            <p:cNvPr id="204" name="Google Shape;204;p8"/>
            <p:cNvSpPr/>
            <p:nvPr/>
          </p:nvSpPr>
          <p:spPr>
            <a:xfrm>
              <a:off x="5577524" y="1255439"/>
              <a:ext cx="1793485" cy="836959"/>
            </a:xfrm>
            <a:prstGeom prst="roundRect">
              <a:avLst>
                <a:gd fmla="val 16667"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txBox="1"/>
            <p:nvPr/>
          </p:nvSpPr>
          <p:spPr>
            <a:xfrm>
              <a:off x="5618381" y="1296296"/>
              <a:ext cx="1711771" cy="755245"/>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chemeClr val="lt1"/>
                </a:buClr>
                <a:buSzPts val="2200"/>
                <a:buFont typeface="Avenir"/>
                <a:buNone/>
              </a:pPr>
              <a:r>
                <a:rPr b="1" lang="id-ID" sz="2200">
                  <a:solidFill>
                    <a:schemeClr val="lt1"/>
                  </a:solidFill>
                  <a:latin typeface="Avenir"/>
                  <a:ea typeface="Avenir"/>
                  <a:cs typeface="Avenir"/>
                  <a:sym typeface="Avenir"/>
                </a:rPr>
                <a:t>Manusiawi</a:t>
              </a:r>
              <a:endParaRPr/>
            </a:p>
          </p:txBody>
        </p:sp>
        <p:sp>
          <p:nvSpPr>
            <p:cNvPr id="206" name="Google Shape;206;p8"/>
            <p:cNvSpPr/>
            <p:nvPr/>
          </p:nvSpPr>
          <p:spPr>
            <a:xfrm>
              <a:off x="2986934" y="3048924"/>
              <a:ext cx="1793485" cy="836959"/>
            </a:xfrm>
            <a:prstGeom prst="roundRect">
              <a:avLst>
                <a:gd fmla="val 16667"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8"/>
            <p:cNvSpPr txBox="1"/>
            <p:nvPr/>
          </p:nvSpPr>
          <p:spPr>
            <a:xfrm>
              <a:off x="3027791" y="3089781"/>
              <a:ext cx="1711771" cy="755245"/>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chemeClr val="lt1"/>
                </a:buClr>
                <a:buSzPts val="2200"/>
                <a:buFont typeface="Avenir"/>
                <a:buNone/>
              </a:pPr>
              <a:r>
                <a:rPr b="1" lang="id-ID" sz="2200">
                  <a:solidFill>
                    <a:schemeClr val="lt1"/>
                  </a:solidFill>
                  <a:latin typeface="Avenir"/>
                  <a:ea typeface="Avenir"/>
                  <a:cs typeface="Avenir"/>
                  <a:sym typeface="Avenir"/>
                </a:rPr>
                <a:t>Teks</a:t>
              </a:r>
              <a:endParaRPr/>
            </a:p>
          </p:txBody>
        </p:sp>
        <p:sp>
          <p:nvSpPr>
            <p:cNvPr id="208" name="Google Shape;208;p8"/>
            <p:cNvSpPr/>
            <p:nvPr/>
          </p:nvSpPr>
          <p:spPr>
            <a:xfrm>
              <a:off x="2986934" y="2152182"/>
              <a:ext cx="1793485" cy="836959"/>
            </a:xfrm>
            <a:prstGeom prst="roundRect">
              <a:avLst>
                <a:gd fmla="val 16667"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8"/>
            <p:cNvSpPr txBox="1"/>
            <p:nvPr/>
          </p:nvSpPr>
          <p:spPr>
            <a:xfrm>
              <a:off x="3027791" y="2193039"/>
              <a:ext cx="1711771" cy="755245"/>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chemeClr val="lt1"/>
                </a:buClr>
                <a:buSzPts val="2200"/>
                <a:buFont typeface="Avenir"/>
                <a:buNone/>
              </a:pPr>
              <a:r>
                <a:rPr b="1" lang="id-ID" sz="2200">
                  <a:solidFill>
                    <a:schemeClr val="lt1"/>
                  </a:solidFill>
                  <a:latin typeface="Avenir"/>
                  <a:ea typeface="Avenir"/>
                  <a:cs typeface="Avenir"/>
                  <a:sym typeface="Avenir"/>
                </a:rPr>
                <a:t>Wahyu</a:t>
              </a:r>
              <a:endParaRPr/>
            </a:p>
          </p:txBody>
        </p:sp>
        <p:sp>
          <p:nvSpPr>
            <p:cNvPr id="210" name="Google Shape;210;p8"/>
            <p:cNvSpPr/>
            <p:nvPr/>
          </p:nvSpPr>
          <p:spPr>
            <a:xfrm>
              <a:off x="2986934" y="1255439"/>
              <a:ext cx="1793485" cy="836959"/>
            </a:xfrm>
            <a:prstGeom prst="roundRect">
              <a:avLst>
                <a:gd fmla="val 16667"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8"/>
            <p:cNvSpPr txBox="1"/>
            <p:nvPr/>
          </p:nvSpPr>
          <p:spPr>
            <a:xfrm>
              <a:off x="3027791" y="1296296"/>
              <a:ext cx="1711771" cy="755245"/>
            </a:xfrm>
            <a:prstGeom prst="rect">
              <a:avLst/>
            </a:prstGeom>
            <a:noFill/>
            <a:ln>
              <a:noFill/>
            </a:ln>
          </p:spPr>
          <p:txBody>
            <a:bodyPr anchorCtr="0" anchor="ctr" bIns="83800" lIns="83800" spcFirstLastPara="1" rIns="83800" wrap="square" tIns="83800">
              <a:noAutofit/>
            </a:bodyPr>
            <a:lstStyle/>
            <a:p>
              <a:pPr indent="0" lvl="0" marL="0" marR="0" rtl="0" algn="ctr">
                <a:lnSpc>
                  <a:spcPct val="90000"/>
                </a:lnSpc>
                <a:spcBef>
                  <a:spcPts val="0"/>
                </a:spcBef>
                <a:spcAft>
                  <a:spcPts val="0"/>
                </a:spcAft>
                <a:buClr>
                  <a:schemeClr val="lt1"/>
                </a:buClr>
                <a:buSzPts val="2200"/>
                <a:buFont typeface="Avenir"/>
                <a:buNone/>
              </a:pPr>
              <a:r>
                <a:rPr b="1" lang="id-ID" sz="2200">
                  <a:solidFill>
                    <a:schemeClr val="lt1"/>
                  </a:solidFill>
                  <a:latin typeface="Avenir"/>
                  <a:ea typeface="Avenir"/>
                  <a:cs typeface="Avenir"/>
                  <a:sym typeface="Avenir"/>
                </a:rPr>
                <a:t>Keilahian</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9"/>
          <p:cNvSpPr txBox="1"/>
          <p:nvPr>
            <p:ph type="title"/>
          </p:nvPr>
        </p:nvSpPr>
        <p:spPr>
          <a:xfrm>
            <a:off x="562304" y="2492922"/>
            <a:ext cx="4641364" cy="3303196"/>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Arial"/>
              <a:buNone/>
            </a:pPr>
            <a:r>
              <a:rPr lang="id-ID" sz="5400"/>
              <a:t>Ahl al-Sunnah wa al-Jama’ah sebagai Islam </a:t>
            </a:r>
            <a:r>
              <a:rPr lang="id-ID" sz="5400">
                <a:solidFill>
                  <a:srgbClr val="00B050"/>
                </a:solidFill>
              </a:rPr>
              <a:t>Wasathiyyah</a:t>
            </a:r>
            <a:endParaRPr sz="5400">
              <a:solidFill>
                <a:srgbClr val="00B050"/>
              </a:solidFill>
            </a:endParaRPr>
          </a:p>
        </p:txBody>
      </p:sp>
      <p:pic>
        <p:nvPicPr>
          <p:cNvPr descr="A picture containing text, clock&#10;&#10;Description automatically generated" id="217" name="Google Shape;217;p9"/>
          <p:cNvPicPr preferRelativeResize="0"/>
          <p:nvPr/>
        </p:nvPicPr>
        <p:blipFill rotWithShape="1">
          <a:blip r:embed="rId3">
            <a:alphaModFix/>
          </a:blip>
          <a:srcRect b="2" l="13842" r="13046" t="0"/>
          <a:stretch/>
        </p:blipFill>
        <p:spPr>
          <a:xfrm>
            <a:off x="5879198" y="490264"/>
            <a:ext cx="6312802" cy="6367736"/>
          </a:xfrm>
          <a:custGeom>
            <a:rect b="b" l="l" r="r" t="t"/>
            <a:pathLst>
              <a:path extrusionOk="0" h="6367736" w="6312802">
                <a:moveTo>
                  <a:pt x="789715" y="708127"/>
                </a:moveTo>
                <a:cubicBezTo>
                  <a:pt x="845978" y="711650"/>
                  <a:pt x="901296" y="724302"/>
                  <a:pt x="953475" y="745602"/>
                </a:cubicBezTo>
                <a:cubicBezTo>
                  <a:pt x="1173612" y="834890"/>
                  <a:pt x="1309905" y="1073925"/>
                  <a:pt x="1278834" y="1315681"/>
                </a:cubicBezTo>
                <a:cubicBezTo>
                  <a:pt x="1233750" y="1669869"/>
                  <a:pt x="880524" y="1881517"/>
                  <a:pt x="560369" y="1747304"/>
                </a:cubicBezTo>
                <a:cubicBezTo>
                  <a:pt x="338151" y="1654256"/>
                  <a:pt x="204742" y="1408974"/>
                  <a:pt x="242538" y="1164574"/>
                </a:cubicBezTo>
                <a:cubicBezTo>
                  <a:pt x="286421" y="880774"/>
                  <a:pt x="529219" y="692590"/>
                  <a:pt x="789715" y="708127"/>
                </a:cubicBezTo>
                <a:close/>
                <a:moveTo>
                  <a:pt x="2877121" y="364348"/>
                </a:moveTo>
                <a:cubicBezTo>
                  <a:pt x="2901561" y="365790"/>
                  <a:pt x="2925601" y="371235"/>
                  <a:pt x="2948310" y="380363"/>
                </a:cubicBezTo>
                <a:cubicBezTo>
                  <a:pt x="3044405" y="419202"/>
                  <a:pt x="3103503" y="523063"/>
                  <a:pt x="3089970" y="628607"/>
                </a:cubicBezTo>
                <a:cubicBezTo>
                  <a:pt x="3070190" y="782758"/>
                  <a:pt x="2916600" y="874848"/>
                  <a:pt x="2777343" y="816472"/>
                </a:cubicBezTo>
                <a:cubicBezTo>
                  <a:pt x="2680608" y="775952"/>
                  <a:pt x="2622552" y="669287"/>
                  <a:pt x="2639048" y="562863"/>
                </a:cubicBezTo>
                <a:cubicBezTo>
                  <a:pt x="2658106" y="439382"/>
                  <a:pt x="2763810" y="357542"/>
                  <a:pt x="2877121" y="364348"/>
                </a:cubicBezTo>
                <a:close/>
                <a:moveTo>
                  <a:pt x="5725514" y="29060"/>
                </a:moveTo>
                <a:lnTo>
                  <a:pt x="5748657" y="29701"/>
                </a:lnTo>
                <a:cubicBezTo>
                  <a:pt x="5935681" y="36387"/>
                  <a:pt x="6081789" y="65616"/>
                  <a:pt x="6194082" y="113315"/>
                </a:cubicBezTo>
                <a:lnTo>
                  <a:pt x="6312802" y="183322"/>
                </a:lnTo>
                <a:lnTo>
                  <a:pt x="6312802" y="6367736"/>
                </a:lnTo>
                <a:lnTo>
                  <a:pt x="3171877" y="6367736"/>
                </a:lnTo>
                <a:lnTo>
                  <a:pt x="3171635" y="6367591"/>
                </a:lnTo>
                <a:lnTo>
                  <a:pt x="2683232" y="6367591"/>
                </a:lnTo>
                <a:lnTo>
                  <a:pt x="2683031" y="6367736"/>
                </a:lnTo>
                <a:lnTo>
                  <a:pt x="1006759" y="6367736"/>
                </a:lnTo>
                <a:lnTo>
                  <a:pt x="1017798" y="6253705"/>
                </a:lnTo>
                <a:cubicBezTo>
                  <a:pt x="1043303" y="6019815"/>
                  <a:pt x="1065826" y="5776617"/>
                  <a:pt x="897420" y="5565130"/>
                </a:cubicBezTo>
                <a:cubicBezTo>
                  <a:pt x="700507" y="5318087"/>
                  <a:pt x="491822" y="5428997"/>
                  <a:pt x="271526" y="5130943"/>
                </a:cubicBezTo>
                <a:cubicBezTo>
                  <a:pt x="108646" y="4910648"/>
                  <a:pt x="-26366" y="4708290"/>
                  <a:pt x="39940" y="4415201"/>
                </a:cubicBezTo>
                <a:cubicBezTo>
                  <a:pt x="128666" y="4023216"/>
                  <a:pt x="467878" y="3870268"/>
                  <a:pt x="464356" y="3587268"/>
                </a:cubicBezTo>
                <a:cubicBezTo>
                  <a:pt x="460351" y="3247094"/>
                  <a:pt x="43943" y="3178950"/>
                  <a:pt x="3183" y="2791128"/>
                </a:cubicBezTo>
                <a:cubicBezTo>
                  <a:pt x="-23403" y="2538162"/>
                  <a:pt x="118896" y="2235225"/>
                  <a:pt x="343758" y="2095087"/>
                </a:cubicBezTo>
                <a:cubicBezTo>
                  <a:pt x="758163" y="1836512"/>
                  <a:pt x="1225342" y="2272862"/>
                  <a:pt x="1543093" y="2013487"/>
                </a:cubicBezTo>
                <a:cubicBezTo>
                  <a:pt x="1732879" y="1858534"/>
                  <a:pt x="1763790" y="1542064"/>
                  <a:pt x="1726873" y="1342749"/>
                </a:cubicBezTo>
                <a:cubicBezTo>
                  <a:pt x="1656484" y="963255"/>
                  <a:pt x="1345299" y="901114"/>
                  <a:pt x="1356831" y="612032"/>
                </a:cubicBezTo>
                <a:cubicBezTo>
                  <a:pt x="1365319" y="397180"/>
                  <a:pt x="1547578" y="171600"/>
                  <a:pt x="1773239" y="121551"/>
                </a:cubicBezTo>
                <a:cubicBezTo>
                  <a:pt x="1804789" y="114503"/>
                  <a:pt x="1837013" y="110980"/>
                  <a:pt x="1869333" y="110980"/>
                </a:cubicBezTo>
                <a:cubicBezTo>
                  <a:pt x="2087466" y="110980"/>
                  <a:pt x="2259155" y="271137"/>
                  <a:pt x="2312167" y="320866"/>
                </a:cubicBezTo>
                <a:cubicBezTo>
                  <a:pt x="2563133" y="555255"/>
                  <a:pt x="2364538" y="842498"/>
                  <a:pt x="2568899" y="1194363"/>
                </a:cubicBezTo>
                <a:cubicBezTo>
                  <a:pt x="2600650" y="1246494"/>
                  <a:pt x="2637078" y="1295662"/>
                  <a:pt x="2677726" y="1341226"/>
                </a:cubicBezTo>
                <a:cubicBezTo>
                  <a:pt x="2757804" y="1432276"/>
                  <a:pt x="2906990" y="1416261"/>
                  <a:pt x="2964327" y="1310316"/>
                </a:cubicBezTo>
                <a:cubicBezTo>
                  <a:pt x="3059059" y="1135183"/>
                  <a:pt x="3149628" y="938831"/>
                  <a:pt x="3333248" y="887741"/>
                </a:cubicBezTo>
                <a:cubicBezTo>
                  <a:pt x="3690239" y="788365"/>
                  <a:pt x="3902767" y="1378543"/>
                  <a:pt x="4272730" y="1307994"/>
                </a:cubicBezTo>
                <a:cubicBezTo>
                  <a:pt x="4426320" y="1278686"/>
                  <a:pt x="4515368" y="1152802"/>
                  <a:pt x="4596327" y="996810"/>
                </a:cubicBezTo>
                <a:cubicBezTo>
                  <a:pt x="4618829" y="953326"/>
                  <a:pt x="4640770" y="907521"/>
                  <a:pt x="4663272" y="860676"/>
                </a:cubicBezTo>
                <a:cubicBezTo>
                  <a:pt x="4732781" y="613153"/>
                  <a:pt x="4835282" y="115946"/>
                  <a:pt x="5572324" y="40189"/>
                </a:cubicBezTo>
                <a:cubicBezTo>
                  <a:pt x="5622910" y="31543"/>
                  <a:pt x="5674208" y="27859"/>
                  <a:pt x="5725514" y="29060"/>
                </a:cubicBezTo>
                <a:close/>
                <a:moveTo>
                  <a:pt x="4169348" y="793"/>
                </a:moveTo>
                <a:cubicBezTo>
                  <a:pt x="4219966" y="3995"/>
                  <a:pt x="4269734" y="15368"/>
                  <a:pt x="4316693" y="34505"/>
                </a:cubicBezTo>
                <a:cubicBezTo>
                  <a:pt x="4514808" y="114584"/>
                  <a:pt x="4637488" y="329676"/>
                  <a:pt x="4609540" y="547569"/>
                </a:cubicBezTo>
                <a:cubicBezTo>
                  <a:pt x="4568620" y="865801"/>
                  <a:pt x="4251108" y="1055907"/>
                  <a:pt x="3962986" y="935790"/>
                </a:cubicBezTo>
                <a:cubicBezTo>
                  <a:pt x="3762790" y="852028"/>
                  <a:pt x="3642672" y="631491"/>
                  <a:pt x="3676946" y="411355"/>
                </a:cubicBezTo>
                <a:cubicBezTo>
                  <a:pt x="3716424" y="155985"/>
                  <a:pt x="3934959" y="-13061"/>
                  <a:pt x="4169348" y="793"/>
                </a:cubicBezTo>
                <a:close/>
              </a:path>
            </a:pathLst>
          </a:cu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16"/>
                                        </p:tgtEl>
                                        <p:attrNameLst>
                                          <p:attrName>style.visibility</p:attrName>
                                        </p:attrNameLst>
                                      </p:cBhvr>
                                      <p:to>
                                        <p:strVal val="visible"/>
                                      </p:to>
                                    </p:set>
                                    <p:animEffect filter="fade" transition="in">
                                      <p:cBhvr>
                                        <p:cTn dur="7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0"/>
          <p:cNvSpPr txBox="1"/>
          <p:nvPr>
            <p:ph type="title"/>
          </p:nvPr>
        </p:nvSpPr>
        <p:spPr>
          <a:xfrm>
            <a:off x="362712" y="365125"/>
            <a:ext cx="5726805" cy="1576217"/>
          </a:xfrm>
          <a:prstGeom prst="rect">
            <a:avLst/>
          </a:prstGeom>
          <a:solidFill>
            <a:srgbClr val="079681"/>
          </a:solid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4400"/>
              <a:buFont typeface="Arial"/>
              <a:buNone/>
            </a:pPr>
            <a:r>
              <a:rPr lang="id-ID">
                <a:solidFill>
                  <a:schemeClr val="lt1"/>
                </a:solidFill>
              </a:rPr>
              <a:t>Siapa </a:t>
            </a:r>
            <a:r>
              <a:rPr i="1" lang="id-ID">
                <a:solidFill>
                  <a:schemeClr val="lt1"/>
                </a:solidFill>
              </a:rPr>
              <a:t>Ahlu Sunnah wal Jamaah</a:t>
            </a:r>
            <a:r>
              <a:rPr lang="id-ID">
                <a:solidFill>
                  <a:schemeClr val="lt1"/>
                </a:solidFill>
              </a:rPr>
              <a:t>?</a:t>
            </a:r>
            <a:endParaRPr/>
          </a:p>
        </p:txBody>
      </p:sp>
      <p:sp>
        <p:nvSpPr>
          <p:cNvPr id="223" name="Google Shape;223;p10"/>
          <p:cNvSpPr txBox="1"/>
          <p:nvPr>
            <p:ph idx="1" type="body"/>
          </p:nvPr>
        </p:nvSpPr>
        <p:spPr>
          <a:xfrm>
            <a:off x="365760" y="2172431"/>
            <a:ext cx="5736725" cy="3629280"/>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SzPts val="2100"/>
              <a:buNone/>
            </a:pPr>
            <a:r>
              <a:rPr lang="id-ID" sz="2100"/>
              <a:t>Ahl al-Sunnah wal Jama‘ah adalah mayoritas kaum muslimin (</a:t>
            </a:r>
            <a:r>
              <a:rPr i="1" lang="id-ID" sz="2100"/>
              <a:t>al-sawad al-a‘zam</a:t>
            </a:r>
            <a:r>
              <a:rPr lang="id-ID" sz="2100"/>
              <a:t>) yang bersepakat mengikuti manhaj Sunnah Nabi, </a:t>
            </a:r>
            <a:r>
              <a:rPr i="1" lang="id-ID" sz="2100"/>
              <a:t>al-Khulafa’ al-Rasyidin</a:t>
            </a:r>
            <a:r>
              <a:rPr lang="id-ID" sz="2100"/>
              <a:t>, dan para pemimpin agama, baik dari kalangan sahabat, tabiin, atau pun para pendiri madhhab fikih, baik yang ahli rasio ataupun ahli hadis, termasuk siapapun yang mengikuti tradisi keilmuan mereka dengan sanad keilmuan yang bersambung. </a:t>
            </a:r>
            <a:endParaRPr/>
          </a:p>
        </p:txBody>
      </p:sp>
      <p:pic>
        <p:nvPicPr>
          <p:cNvPr descr="A picture containing outdoor, building, old, mosque&#10;&#10;Description automatically generated" id="224" name="Google Shape;224;p10"/>
          <p:cNvPicPr preferRelativeResize="0"/>
          <p:nvPr/>
        </p:nvPicPr>
        <p:blipFill rotWithShape="1">
          <a:blip r:embed="rId3">
            <a:alphaModFix/>
          </a:blip>
          <a:srcRect b="0" l="33066" r="9767" t="0"/>
          <a:stretch/>
        </p:blipFill>
        <p:spPr>
          <a:xfrm>
            <a:off x="6229215" y="10"/>
            <a:ext cx="5962785" cy="6857990"/>
          </a:xfrm>
          <a:custGeom>
            <a:rect b="b" l="l" r="r" t="t"/>
            <a:pathLst>
              <a:path extrusionOk="0" h="6858000" w="5962785">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noFill/>
          <a:ln>
            <a:noFill/>
          </a:ln>
        </p:spPr>
      </p:pic>
      <p:sp>
        <p:nvSpPr>
          <p:cNvPr id="225" name="Google Shape;225;p10"/>
          <p:cNvSpPr txBox="1"/>
          <p:nvPr/>
        </p:nvSpPr>
        <p:spPr>
          <a:xfrm>
            <a:off x="362712" y="5938877"/>
            <a:ext cx="5442524" cy="553998"/>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id-ID" sz="1500">
                <a:solidFill>
                  <a:schemeClr val="dk1"/>
                </a:solidFill>
                <a:latin typeface="Avenir"/>
                <a:ea typeface="Avenir"/>
                <a:cs typeface="Avenir"/>
                <a:sym typeface="Avenir"/>
              </a:rPr>
              <a:t>Al-Imam al-Isfarayini, </a:t>
            </a:r>
            <a:r>
              <a:rPr i="1" lang="id-ID" sz="1500">
                <a:solidFill>
                  <a:schemeClr val="dk1"/>
                </a:solidFill>
                <a:latin typeface="Avenir"/>
                <a:ea typeface="Avenir"/>
                <a:cs typeface="Avenir"/>
                <a:sym typeface="Avenir"/>
              </a:rPr>
              <a:t>al-Tabshir fi-al-Din</a:t>
            </a:r>
            <a:r>
              <a:rPr lang="id-ID" sz="1500">
                <a:solidFill>
                  <a:schemeClr val="dk1"/>
                </a:solidFill>
                <a:latin typeface="Avenir"/>
                <a:ea typeface="Avenir"/>
                <a:cs typeface="Avenir"/>
                <a:sym typeface="Avenir"/>
              </a:rPr>
              <a:t>, (Kairo: al-Maktabah al-Azhariyyah, 2010), 157-158.</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1"/>
          <p:cNvSpPr txBox="1"/>
          <p:nvPr>
            <p:ph type="title"/>
          </p:nvPr>
        </p:nvSpPr>
        <p:spPr>
          <a:xfrm>
            <a:off x="609600" y="552782"/>
            <a:ext cx="5369169" cy="157527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id-ID"/>
              <a:t>Karakteristik Utama </a:t>
            </a:r>
            <a:r>
              <a:rPr lang="id-ID">
                <a:solidFill>
                  <a:srgbClr val="00B050"/>
                </a:solidFill>
              </a:rPr>
              <a:t>ASWAJA</a:t>
            </a:r>
            <a:endParaRPr/>
          </a:p>
        </p:txBody>
      </p:sp>
      <p:sp>
        <p:nvSpPr>
          <p:cNvPr id="231" name="Google Shape;231;p11"/>
          <p:cNvSpPr txBox="1"/>
          <p:nvPr>
            <p:ph idx="1" type="body"/>
          </p:nvPr>
        </p:nvSpPr>
        <p:spPr>
          <a:xfrm>
            <a:off x="610197" y="2391995"/>
            <a:ext cx="5485803" cy="3220529"/>
          </a:xfrm>
          <a:prstGeom prst="rect">
            <a:avLst/>
          </a:prstGeom>
          <a:noFill/>
          <a:ln>
            <a:noFill/>
          </a:ln>
        </p:spPr>
        <p:txBody>
          <a:bodyPr anchorCtr="0" anchor="t" bIns="45700" lIns="91425" spcFirstLastPara="1" rIns="91425" wrap="square" tIns="45700">
            <a:noAutofit/>
          </a:bodyPr>
          <a:lstStyle/>
          <a:p>
            <a:pPr indent="0" lvl="0" marL="0" rtl="0" algn="l">
              <a:lnSpc>
                <a:spcPct val="110000"/>
              </a:lnSpc>
              <a:spcBef>
                <a:spcPts val="0"/>
              </a:spcBef>
              <a:spcAft>
                <a:spcPts val="0"/>
              </a:spcAft>
              <a:buSzPts val="2100"/>
              <a:buNone/>
            </a:pPr>
            <a:r>
              <a:rPr lang="id-ID" sz="2100"/>
              <a:t>“ ... Mazhab ini merupakan jalan tengah rekonsiliatif antara dua hal  yang seringkali tampak seperti dua sisi yang bertentangan, yaitu teks dan rasio. Atau dengan kata lain, mengukuhkan masalah-masalah akidah dengan dalil-dalil rasional dan argumen-argumen logis, di samping bertumpu pada dalil-dalil tekstual baik itu al-Qur’an maupun Sunnah.”</a:t>
            </a:r>
            <a:endParaRPr/>
          </a:p>
        </p:txBody>
      </p:sp>
      <p:pic>
        <p:nvPicPr>
          <p:cNvPr descr="A person standing at a podium&#10;&#10;Description automatically generated with medium confidence" id="232" name="Google Shape;232;p11"/>
          <p:cNvPicPr preferRelativeResize="0"/>
          <p:nvPr/>
        </p:nvPicPr>
        <p:blipFill rotWithShape="1">
          <a:blip r:embed="rId3">
            <a:alphaModFix/>
          </a:blip>
          <a:srcRect b="-2" l="39970" r="-2" t="0"/>
          <a:stretch/>
        </p:blipFill>
        <p:spPr>
          <a:xfrm>
            <a:off x="6599498" y="2"/>
            <a:ext cx="5592502" cy="6218525"/>
          </a:xfrm>
          <a:custGeom>
            <a:rect b="b" l="l" r="r" t="t"/>
            <a:pathLst>
              <a:path extrusionOk="0" h="6218525" w="5592502">
                <a:moveTo>
                  <a:pt x="2549391" y="5657612"/>
                </a:moveTo>
                <a:cubicBezTo>
                  <a:pt x="2568895" y="5660359"/>
                  <a:pt x="2588012" y="5665853"/>
                  <a:pt x="2606158" y="5674005"/>
                </a:cubicBezTo>
                <a:cubicBezTo>
                  <a:pt x="2690694" y="5711355"/>
                  <a:pt x="2743699" y="5803287"/>
                  <a:pt x="2734722" y="5897877"/>
                </a:cubicBezTo>
                <a:cubicBezTo>
                  <a:pt x="2720716" y="6045476"/>
                  <a:pt x="2578003" y="6136188"/>
                  <a:pt x="2445921" y="6086557"/>
                </a:cubicBezTo>
                <a:cubicBezTo>
                  <a:pt x="2352551" y="6051652"/>
                  <a:pt x="2293727" y="5951889"/>
                  <a:pt x="2306440" y="5850621"/>
                </a:cubicBezTo>
                <a:cubicBezTo>
                  <a:pt x="2319512" y="5745685"/>
                  <a:pt x="2398158" y="5671063"/>
                  <a:pt x="2490307" y="5657701"/>
                </a:cubicBezTo>
                <a:cubicBezTo>
                  <a:pt x="2509998" y="5654864"/>
                  <a:pt x="2529887" y="5654864"/>
                  <a:pt x="2549391" y="5657612"/>
                </a:cubicBezTo>
                <a:close/>
                <a:moveTo>
                  <a:pt x="708303" y="494981"/>
                </a:moveTo>
                <a:cubicBezTo>
                  <a:pt x="758766" y="498141"/>
                  <a:pt x="808381" y="509490"/>
                  <a:pt x="855181" y="528594"/>
                </a:cubicBezTo>
                <a:cubicBezTo>
                  <a:pt x="1052623" y="608676"/>
                  <a:pt x="1174866" y="823069"/>
                  <a:pt x="1146999" y="1039903"/>
                </a:cubicBezTo>
                <a:cubicBezTo>
                  <a:pt x="1106562" y="1357577"/>
                  <a:pt x="789750" y="1547407"/>
                  <a:pt x="502601" y="1427029"/>
                </a:cubicBezTo>
                <a:cubicBezTo>
                  <a:pt x="303292" y="1343573"/>
                  <a:pt x="183634" y="1123578"/>
                  <a:pt x="217535" y="904373"/>
                </a:cubicBezTo>
                <a:cubicBezTo>
                  <a:pt x="256894" y="649831"/>
                  <a:pt x="474662" y="481046"/>
                  <a:pt x="708303" y="494981"/>
                </a:cubicBezTo>
                <a:close/>
                <a:moveTo>
                  <a:pt x="2580518" y="186644"/>
                </a:moveTo>
                <a:cubicBezTo>
                  <a:pt x="2602438" y="187938"/>
                  <a:pt x="2623999" y="192821"/>
                  <a:pt x="2644369" y="201008"/>
                </a:cubicBezTo>
                <a:cubicBezTo>
                  <a:pt x="2730556" y="235843"/>
                  <a:pt x="2783562" y="328998"/>
                  <a:pt x="2771424" y="423660"/>
                </a:cubicBezTo>
                <a:cubicBezTo>
                  <a:pt x="2753683" y="561920"/>
                  <a:pt x="2615927" y="644516"/>
                  <a:pt x="2491026" y="592159"/>
                </a:cubicBezTo>
                <a:cubicBezTo>
                  <a:pt x="2404264" y="555816"/>
                  <a:pt x="2352192" y="460147"/>
                  <a:pt x="2366987" y="364694"/>
                </a:cubicBezTo>
                <a:cubicBezTo>
                  <a:pt x="2384081" y="253943"/>
                  <a:pt x="2478888" y="180540"/>
                  <a:pt x="2580518" y="186644"/>
                </a:cubicBezTo>
                <a:close/>
                <a:moveTo>
                  <a:pt x="3406298" y="0"/>
                </a:moveTo>
                <a:lnTo>
                  <a:pt x="4023898" y="0"/>
                </a:lnTo>
                <a:lnTo>
                  <a:pt x="4039485" y="16440"/>
                </a:lnTo>
                <a:cubicBezTo>
                  <a:pt x="4112899" y="107670"/>
                  <a:pt x="4150006" y="228832"/>
                  <a:pt x="4134340" y="350976"/>
                </a:cubicBezTo>
                <a:cubicBezTo>
                  <a:pt x="4097638" y="636402"/>
                  <a:pt x="3812859" y="806910"/>
                  <a:pt x="3554440" y="699175"/>
                </a:cubicBezTo>
                <a:cubicBezTo>
                  <a:pt x="3374882" y="624048"/>
                  <a:pt x="3267147" y="426247"/>
                  <a:pt x="3297887" y="228805"/>
                </a:cubicBezTo>
                <a:cubicBezTo>
                  <a:pt x="3311165" y="142914"/>
                  <a:pt x="3347028" y="67910"/>
                  <a:pt x="3397755" y="8363"/>
                </a:cubicBezTo>
                <a:close/>
                <a:moveTo>
                  <a:pt x="1503015" y="0"/>
                </a:moveTo>
                <a:lnTo>
                  <a:pt x="1857869" y="0"/>
                </a:lnTo>
                <a:lnTo>
                  <a:pt x="1875734" y="7199"/>
                </a:lnTo>
                <a:cubicBezTo>
                  <a:pt x="1972792" y="53203"/>
                  <a:pt x="2044088" y="119768"/>
                  <a:pt x="2073805" y="147644"/>
                </a:cubicBezTo>
                <a:cubicBezTo>
                  <a:pt x="2298899" y="357871"/>
                  <a:pt x="2120777" y="615502"/>
                  <a:pt x="2304070" y="931092"/>
                </a:cubicBezTo>
                <a:cubicBezTo>
                  <a:pt x="2332548" y="977849"/>
                  <a:pt x="2365220" y="1021948"/>
                  <a:pt x="2401678" y="1062815"/>
                </a:cubicBezTo>
                <a:cubicBezTo>
                  <a:pt x="2473501" y="1144478"/>
                  <a:pt x="2607307" y="1130114"/>
                  <a:pt x="2658732" y="1035092"/>
                </a:cubicBezTo>
                <a:cubicBezTo>
                  <a:pt x="2743699" y="878014"/>
                  <a:pt x="2824931" y="701903"/>
                  <a:pt x="2989622" y="656081"/>
                </a:cubicBezTo>
                <a:cubicBezTo>
                  <a:pt x="3309810" y="566949"/>
                  <a:pt x="3500428" y="1096285"/>
                  <a:pt x="3832251" y="1033009"/>
                </a:cubicBezTo>
                <a:cubicBezTo>
                  <a:pt x="3970008" y="1006722"/>
                  <a:pt x="4049875" y="893816"/>
                  <a:pt x="4122489" y="753905"/>
                </a:cubicBezTo>
                <a:cubicBezTo>
                  <a:pt x="4142671" y="714904"/>
                  <a:pt x="4162351" y="673821"/>
                  <a:pt x="4182533" y="631806"/>
                </a:cubicBezTo>
                <a:cubicBezTo>
                  <a:pt x="4229290" y="465301"/>
                  <a:pt x="4292692" y="172828"/>
                  <a:pt x="4600355" y="8334"/>
                </a:cubicBezTo>
                <a:lnTo>
                  <a:pt x="4621097" y="0"/>
                </a:lnTo>
                <a:lnTo>
                  <a:pt x="5592502" y="0"/>
                </a:lnTo>
                <a:lnTo>
                  <a:pt x="5592502" y="6214998"/>
                </a:lnTo>
                <a:lnTo>
                  <a:pt x="5570190" y="6214772"/>
                </a:lnTo>
                <a:cubicBezTo>
                  <a:pt x="5484588" y="6205588"/>
                  <a:pt x="5403563" y="6179480"/>
                  <a:pt x="5336013" y="6134537"/>
                </a:cubicBezTo>
                <a:cubicBezTo>
                  <a:pt x="5329154" y="6129869"/>
                  <a:pt x="5322654" y="6124696"/>
                  <a:pt x="5316549" y="6119095"/>
                </a:cubicBezTo>
                <a:cubicBezTo>
                  <a:pt x="5197251" y="6026083"/>
                  <a:pt x="4557234" y="5546951"/>
                  <a:pt x="4161920" y="5655261"/>
                </a:cubicBezTo>
                <a:cubicBezTo>
                  <a:pt x="3724588" y="5774990"/>
                  <a:pt x="3364683" y="6051365"/>
                  <a:pt x="3163578" y="5852918"/>
                </a:cubicBezTo>
                <a:cubicBezTo>
                  <a:pt x="3116533" y="5806591"/>
                  <a:pt x="3049235" y="5739436"/>
                  <a:pt x="2973749" y="5663664"/>
                </a:cubicBezTo>
                <a:cubicBezTo>
                  <a:pt x="2851650" y="5565913"/>
                  <a:pt x="2725959" y="5472256"/>
                  <a:pt x="2569025" y="5499547"/>
                </a:cubicBezTo>
                <a:cubicBezTo>
                  <a:pt x="2209910" y="5562035"/>
                  <a:pt x="2237849" y="5993549"/>
                  <a:pt x="1769490" y="6169659"/>
                </a:cubicBezTo>
                <a:cubicBezTo>
                  <a:pt x="1527877" y="6260515"/>
                  <a:pt x="1178242" y="6229415"/>
                  <a:pt x="1004789" y="6036355"/>
                </a:cubicBezTo>
                <a:cubicBezTo>
                  <a:pt x="724104" y="5723780"/>
                  <a:pt x="1106993" y="5230642"/>
                  <a:pt x="804905" y="4851273"/>
                </a:cubicBezTo>
                <a:cubicBezTo>
                  <a:pt x="628292" y="4629698"/>
                  <a:pt x="441120" y="4729173"/>
                  <a:pt x="243535" y="4461846"/>
                </a:cubicBezTo>
                <a:cubicBezTo>
                  <a:pt x="97446" y="4264262"/>
                  <a:pt x="-23647" y="4082765"/>
                  <a:pt x="35822" y="3819891"/>
                </a:cubicBezTo>
                <a:cubicBezTo>
                  <a:pt x="115402" y="3468316"/>
                  <a:pt x="419645" y="3331136"/>
                  <a:pt x="416485" y="3077311"/>
                </a:cubicBezTo>
                <a:cubicBezTo>
                  <a:pt x="412894" y="2772206"/>
                  <a:pt x="39413" y="2711086"/>
                  <a:pt x="2855" y="2363246"/>
                </a:cubicBezTo>
                <a:cubicBezTo>
                  <a:pt x="-20990" y="2136357"/>
                  <a:pt x="106640" y="1864649"/>
                  <a:pt x="308319" y="1738959"/>
                </a:cubicBezTo>
                <a:cubicBezTo>
                  <a:pt x="680004" y="1507042"/>
                  <a:pt x="1099021" y="1898408"/>
                  <a:pt x="1384015" y="1665772"/>
                </a:cubicBezTo>
                <a:cubicBezTo>
                  <a:pt x="1554236" y="1526793"/>
                  <a:pt x="1581960" y="1242948"/>
                  <a:pt x="1548849" y="1064181"/>
                </a:cubicBezTo>
                <a:cubicBezTo>
                  <a:pt x="1485717" y="723810"/>
                  <a:pt x="1206612" y="668075"/>
                  <a:pt x="1216954" y="408794"/>
                </a:cubicBezTo>
                <a:cubicBezTo>
                  <a:pt x="1222664" y="264268"/>
                  <a:pt x="1316043" y="114328"/>
                  <a:pt x="1447763" y="29453"/>
                </a:cubicBezTo>
                <a:close/>
              </a:path>
            </a:pathLst>
          </a:custGeom>
          <a:noFill/>
          <a:ln>
            <a:noFill/>
          </a:ln>
        </p:spPr>
      </p:pic>
      <p:sp>
        <p:nvSpPr>
          <p:cNvPr id="233" name="Google Shape;233;p11"/>
          <p:cNvSpPr txBox="1"/>
          <p:nvPr/>
        </p:nvSpPr>
        <p:spPr>
          <a:xfrm>
            <a:off x="609600" y="5892227"/>
            <a:ext cx="5486400" cy="553998"/>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id-ID" sz="1500">
                <a:solidFill>
                  <a:schemeClr val="dk1"/>
                </a:solidFill>
                <a:latin typeface="Avenir"/>
                <a:ea typeface="Avenir"/>
                <a:cs typeface="Avenir"/>
                <a:sym typeface="Avenir"/>
              </a:rPr>
              <a:t>Al-Imam Ahmad Thayyib, </a:t>
            </a:r>
            <a:r>
              <a:rPr i="1" lang="id-ID" sz="1500">
                <a:solidFill>
                  <a:schemeClr val="dk1"/>
                </a:solidFill>
                <a:latin typeface="Avenir"/>
                <a:ea typeface="Avenir"/>
                <a:cs typeface="Avenir"/>
                <a:sym typeface="Avenir"/>
              </a:rPr>
              <a:t>Ahl al-Sunnah wa-al-Jama‘ah </a:t>
            </a:r>
            <a:r>
              <a:rPr lang="id-ID" sz="1500">
                <a:solidFill>
                  <a:schemeClr val="dk1"/>
                </a:solidFill>
                <a:latin typeface="Avenir"/>
                <a:ea typeface="Avenir"/>
                <a:cs typeface="Avenir"/>
                <a:sym typeface="Avenir"/>
              </a:rPr>
              <a:t>(Kairo: Dar al-Quds al-’Arabi, 2019), 48-50.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37" name="Shape 237"/>
        <p:cNvGrpSpPr/>
        <p:nvPr/>
      </p:nvGrpSpPr>
      <p:grpSpPr>
        <a:xfrm>
          <a:off x="0" y="0"/>
          <a:ext cx="0" cy="0"/>
          <a:chOff x="0" y="0"/>
          <a:chExt cx="0" cy="0"/>
        </a:xfrm>
      </p:grpSpPr>
      <p:sp>
        <p:nvSpPr>
          <p:cNvPr id="238" name="Google Shape;238;p12"/>
          <p:cNvSpPr/>
          <p:nvPr/>
        </p:nvSpPr>
        <p:spPr>
          <a:xfrm>
            <a:off x="0" y="0"/>
            <a:ext cx="12192000"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venir"/>
              <a:ea typeface="Avenir"/>
              <a:cs typeface="Avenir"/>
              <a:sym typeface="Avenir"/>
            </a:endParaRPr>
          </a:p>
        </p:txBody>
      </p:sp>
      <p:sp>
        <p:nvSpPr>
          <p:cNvPr id="239" name="Google Shape;239;p12"/>
          <p:cNvSpPr/>
          <p:nvPr/>
        </p:nvSpPr>
        <p:spPr>
          <a:xfrm>
            <a:off x="0" y="0"/>
            <a:ext cx="12192001" cy="6858000"/>
          </a:xfrm>
          <a:prstGeom prst="rect">
            <a:avLst/>
          </a:prstGeom>
          <a:solidFill>
            <a:srgbClr val="AEAEAE">
              <a:alpha val="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240" name="Google Shape;240;p12"/>
          <p:cNvSpPr txBox="1"/>
          <p:nvPr>
            <p:ph type="ctrTitle"/>
          </p:nvPr>
        </p:nvSpPr>
        <p:spPr>
          <a:xfrm>
            <a:off x="612648" y="557783"/>
            <a:ext cx="5750938" cy="313080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5400"/>
              <a:buFont typeface="Arial"/>
              <a:buNone/>
            </a:pPr>
            <a:r>
              <a:rPr lang="id-ID"/>
              <a:t>Mengapa Islam </a:t>
            </a:r>
            <a:r>
              <a:rPr lang="id-ID">
                <a:solidFill>
                  <a:srgbClr val="00B050"/>
                </a:solidFill>
              </a:rPr>
              <a:t>Wasathiyyah</a:t>
            </a:r>
            <a:r>
              <a:rPr lang="id-ID"/>
              <a:t> penting?</a:t>
            </a:r>
            <a:endParaRPr/>
          </a:p>
        </p:txBody>
      </p:sp>
      <p:pic>
        <p:nvPicPr>
          <p:cNvPr descr="A silhouette of a person with question marks above his head&#10;&#10;Description automatically generated" id="241" name="Google Shape;241;p12"/>
          <p:cNvPicPr preferRelativeResize="0"/>
          <p:nvPr/>
        </p:nvPicPr>
        <p:blipFill rotWithShape="1">
          <a:blip r:embed="rId3">
            <a:alphaModFix/>
          </a:blip>
          <a:srcRect b="1" l="15945" r="3467" t="0"/>
          <a:stretch/>
        </p:blipFill>
        <p:spPr>
          <a:xfrm>
            <a:off x="6936533" y="10"/>
            <a:ext cx="5255467" cy="3428990"/>
          </a:xfrm>
          <a:custGeom>
            <a:rect b="b" l="l" r="r" t="t"/>
            <a:pathLst>
              <a:path extrusionOk="0" h="3429000" w="5255467">
                <a:moveTo>
                  <a:pt x="268805" y="1822824"/>
                </a:moveTo>
                <a:cubicBezTo>
                  <a:pt x="412387" y="1822824"/>
                  <a:pt x="528781" y="1939219"/>
                  <a:pt x="528781" y="2082800"/>
                </a:cubicBezTo>
                <a:cubicBezTo>
                  <a:pt x="528781" y="2226381"/>
                  <a:pt x="412387" y="2342776"/>
                  <a:pt x="268805" y="2342776"/>
                </a:cubicBezTo>
                <a:cubicBezTo>
                  <a:pt x="125225" y="2342776"/>
                  <a:pt x="8829" y="2226381"/>
                  <a:pt x="8829" y="2082800"/>
                </a:cubicBezTo>
                <a:cubicBezTo>
                  <a:pt x="8829" y="1939219"/>
                  <a:pt x="125225" y="1822824"/>
                  <a:pt x="268805" y="1822824"/>
                </a:cubicBezTo>
                <a:close/>
                <a:moveTo>
                  <a:pt x="311623" y="1354515"/>
                </a:moveTo>
                <a:cubicBezTo>
                  <a:pt x="403243" y="1354515"/>
                  <a:pt x="477514" y="1428787"/>
                  <a:pt x="477514" y="1520407"/>
                </a:cubicBezTo>
                <a:cubicBezTo>
                  <a:pt x="477514" y="1612027"/>
                  <a:pt x="403243" y="1686299"/>
                  <a:pt x="311623" y="1686299"/>
                </a:cubicBezTo>
                <a:cubicBezTo>
                  <a:pt x="220002" y="1686299"/>
                  <a:pt x="145730" y="1612027"/>
                  <a:pt x="145730" y="1520407"/>
                </a:cubicBezTo>
                <a:cubicBezTo>
                  <a:pt x="145730" y="1428787"/>
                  <a:pt x="220002" y="1354515"/>
                  <a:pt x="311623" y="1354515"/>
                </a:cubicBezTo>
                <a:close/>
                <a:moveTo>
                  <a:pt x="541218" y="0"/>
                </a:moveTo>
                <a:lnTo>
                  <a:pt x="833582" y="0"/>
                </a:lnTo>
                <a:lnTo>
                  <a:pt x="2382626" y="0"/>
                </a:lnTo>
                <a:lnTo>
                  <a:pt x="2747580" y="0"/>
                </a:lnTo>
                <a:lnTo>
                  <a:pt x="3950670" y="0"/>
                </a:lnTo>
                <a:lnTo>
                  <a:pt x="4706476" y="0"/>
                </a:lnTo>
                <a:lnTo>
                  <a:pt x="5255467" y="0"/>
                </a:lnTo>
                <a:lnTo>
                  <a:pt x="5255467" y="3429000"/>
                </a:lnTo>
                <a:lnTo>
                  <a:pt x="0" y="3429000"/>
                </a:lnTo>
                <a:lnTo>
                  <a:pt x="10355" y="3365199"/>
                </a:lnTo>
                <a:cubicBezTo>
                  <a:pt x="48015" y="3197951"/>
                  <a:pt x="123724" y="3038692"/>
                  <a:pt x="207457" y="2872062"/>
                </a:cubicBezTo>
                <a:cubicBezTo>
                  <a:pt x="262517" y="2763073"/>
                  <a:pt x="320349" y="2687655"/>
                  <a:pt x="379893" y="2630331"/>
                </a:cubicBezTo>
                <a:cubicBezTo>
                  <a:pt x="382617" y="2627394"/>
                  <a:pt x="385645" y="2624417"/>
                  <a:pt x="389084" y="2621388"/>
                </a:cubicBezTo>
                <a:cubicBezTo>
                  <a:pt x="945661" y="2128752"/>
                  <a:pt x="557531" y="1213511"/>
                  <a:pt x="465879" y="1018429"/>
                </a:cubicBezTo>
                <a:cubicBezTo>
                  <a:pt x="458750" y="1006625"/>
                  <a:pt x="452689" y="994267"/>
                  <a:pt x="447771" y="981453"/>
                </a:cubicBezTo>
                <a:cubicBezTo>
                  <a:pt x="313042" y="605203"/>
                  <a:pt x="284127" y="265828"/>
                  <a:pt x="512399" y="26006"/>
                </a:cubicBezTo>
                <a:close/>
              </a:path>
            </a:pathLst>
          </a:custGeom>
          <a:noFill/>
          <a:ln>
            <a:noFill/>
          </a:ln>
        </p:spPr>
      </p:pic>
      <p:pic>
        <p:nvPicPr>
          <p:cNvPr descr="Logo&#10;&#10;Description automatically generated with low confidence" id="242" name="Google Shape;242;p12"/>
          <p:cNvPicPr preferRelativeResize="0"/>
          <p:nvPr/>
        </p:nvPicPr>
        <p:blipFill rotWithShape="1">
          <a:blip r:embed="rId4">
            <a:alphaModFix/>
          </a:blip>
          <a:srcRect b="2530" l="0" r="4" t="0"/>
          <a:stretch/>
        </p:blipFill>
        <p:spPr>
          <a:xfrm>
            <a:off x="6921795" y="3429000"/>
            <a:ext cx="5270205" cy="3429000"/>
          </a:xfrm>
          <a:custGeom>
            <a:rect b="b" l="l" r="r" t="t"/>
            <a:pathLst>
              <a:path extrusionOk="0" h="3429000" w="5270205">
                <a:moveTo>
                  <a:pt x="342131" y="1329720"/>
                </a:moveTo>
                <a:cubicBezTo>
                  <a:pt x="518068" y="1329720"/>
                  <a:pt x="660693" y="1472346"/>
                  <a:pt x="660693" y="1648283"/>
                </a:cubicBezTo>
                <a:cubicBezTo>
                  <a:pt x="660693" y="1824220"/>
                  <a:pt x="518068" y="1966846"/>
                  <a:pt x="342131" y="1966846"/>
                </a:cubicBezTo>
                <a:cubicBezTo>
                  <a:pt x="166194" y="1966846"/>
                  <a:pt x="23567" y="1824220"/>
                  <a:pt x="23567" y="1648283"/>
                </a:cubicBezTo>
                <a:cubicBezTo>
                  <a:pt x="23567" y="1472346"/>
                  <a:pt x="166194" y="1329720"/>
                  <a:pt x="342131" y="1329720"/>
                </a:cubicBezTo>
                <a:close/>
                <a:moveTo>
                  <a:pt x="14738" y="0"/>
                </a:moveTo>
                <a:lnTo>
                  <a:pt x="5270205" y="0"/>
                </a:lnTo>
                <a:lnTo>
                  <a:pt x="5270205" y="3429000"/>
                </a:lnTo>
                <a:lnTo>
                  <a:pt x="580539" y="3429000"/>
                </a:lnTo>
                <a:lnTo>
                  <a:pt x="548777" y="3393217"/>
                </a:lnTo>
                <a:cubicBezTo>
                  <a:pt x="402964" y="3206564"/>
                  <a:pt x="308389" y="2967571"/>
                  <a:pt x="301088" y="2744809"/>
                </a:cubicBezTo>
                <a:cubicBezTo>
                  <a:pt x="283493" y="2198815"/>
                  <a:pt x="800250" y="2035406"/>
                  <a:pt x="744084" y="1560172"/>
                </a:cubicBezTo>
                <a:cubicBezTo>
                  <a:pt x="697796" y="1165597"/>
                  <a:pt x="239340" y="1008363"/>
                  <a:pt x="56290" y="477274"/>
                </a:cubicBezTo>
                <a:cubicBezTo>
                  <a:pt x="4940" y="328333"/>
                  <a:pt x="-8117" y="192526"/>
                  <a:pt x="4452" y="63374"/>
                </a:cubicBezTo>
                <a:close/>
              </a:path>
            </a:pathLst>
          </a:cu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40"/>
                                        </p:tgtEl>
                                        <p:attrNameLst>
                                          <p:attrName>style.visibility</p:attrName>
                                        </p:attrNameLst>
                                      </p:cBhvr>
                                      <p:to>
                                        <p:strVal val="visible"/>
                                      </p:to>
                                    </p:set>
                                    <p:animEffect filter="fade" transition="in">
                                      <p:cBhvr>
                                        <p:cTn dur="4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47" name="Shape 247"/>
        <p:cNvGrpSpPr/>
        <p:nvPr/>
      </p:nvGrpSpPr>
      <p:grpSpPr>
        <a:xfrm>
          <a:off x="0" y="0"/>
          <a:ext cx="0" cy="0"/>
          <a:chOff x="0" y="0"/>
          <a:chExt cx="0" cy="0"/>
        </a:xfrm>
      </p:grpSpPr>
      <p:sp>
        <p:nvSpPr>
          <p:cNvPr id="248" name="Google Shape;248;p13"/>
          <p:cNvSpPr/>
          <p:nvPr/>
        </p:nvSpPr>
        <p:spPr>
          <a:xfrm>
            <a:off x="0" y="0"/>
            <a:ext cx="12188952"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249" name="Google Shape;249;p13"/>
          <p:cNvSpPr/>
          <p:nvPr/>
        </p:nvSpPr>
        <p:spPr>
          <a:xfrm>
            <a:off x="0" y="0"/>
            <a:ext cx="12192001" cy="6858000"/>
          </a:xfrm>
          <a:prstGeom prst="rect">
            <a:avLst/>
          </a:prstGeom>
          <a:solidFill>
            <a:srgbClr val="AEAEAE">
              <a:alpha val="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250" name="Google Shape;250;p13"/>
          <p:cNvSpPr txBox="1"/>
          <p:nvPr>
            <p:ph type="title"/>
          </p:nvPr>
        </p:nvSpPr>
        <p:spPr>
          <a:xfrm>
            <a:off x="841248" y="552782"/>
            <a:ext cx="6151223" cy="160412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dk1"/>
              </a:buClr>
              <a:buSzPts val="4400"/>
              <a:buFont typeface="Arial"/>
              <a:buNone/>
            </a:pPr>
            <a:r>
              <a:rPr lang="id-ID"/>
              <a:t>Urgensi </a:t>
            </a:r>
            <a:br>
              <a:rPr lang="id-ID"/>
            </a:br>
            <a:r>
              <a:rPr lang="id-ID"/>
              <a:t>Islam </a:t>
            </a:r>
            <a:r>
              <a:rPr lang="id-ID">
                <a:solidFill>
                  <a:srgbClr val="00B050"/>
                </a:solidFill>
              </a:rPr>
              <a:t>Wasathiyyah</a:t>
            </a:r>
            <a:endParaRPr/>
          </a:p>
        </p:txBody>
      </p:sp>
      <p:sp>
        <p:nvSpPr>
          <p:cNvPr id="251" name="Google Shape;251;p13"/>
          <p:cNvSpPr txBox="1"/>
          <p:nvPr>
            <p:ph idx="1" type="body"/>
          </p:nvPr>
        </p:nvSpPr>
        <p:spPr>
          <a:xfrm>
            <a:off x="841248" y="2391995"/>
            <a:ext cx="6151223" cy="4245288"/>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100000"/>
              </a:lnSpc>
              <a:spcBef>
                <a:spcPts val="0"/>
              </a:spcBef>
              <a:spcAft>
                <a:spcPts val="0"/>
              </a:spcAft>
              <a:buSzPts val="2100"/>
              <a:buNone/>
            </a:pPr>
            <a:r>
              <a:rPr lang="id-ID" sz="2100"/>
              <a:t>Pemahaman Islam Wasathiyyah berperan penting dalam mendakwahkan wajah Islam yang </a:t>
            </a:r>
            <a:r>
              <a:rPr i="1" lang="id-ID" sz="2100"/>
              <a:t>rahmatan lil-alamin</a:t>
            </a:r>
            <a:r>
              <a:rPr lang="id-ID" sz="2100"/>
              <a:t>, sekaligus untuk menangkal potensi sikap ‘berlebihan’ dan ‘mengentengkan’ dalam beragama.</a:t>
            </a:r>
            <a:endParaRPr/>
          </a:p>
          <a:p>
            <a:pPr indent="0" lvl="0" marL="0" rtl="0" algn="l">
              <a:lnSpc>
                <a:spcPct val="100000"/>
              </a:lnSpc>
              <a:spcBef>
                <a:spcPts val="1000"/>
              </a:spcBef>
              <a:spcAft>
                <a:spcPts val="0"/>
              </a:spcAft>
              <a:buSzPts val="2100"/>
              <a:buNone/>
            </a:pPr>
            <a:r>
              <a:rPr lang="id-ID" sz="2100"/>
              <a:t>Islam wasathiyyah berfungsi menengahi dan menuntun sikap-sikap ekstrem tersebut untuk bergerak ke tengah, kembali kepada esensi ajaran agama Islam yang bercirikan keseimbangan dalam segala aspeknya. </a:t>
            </a:r>
            <a:endParaRPr/>
          </a:p>
          <a:p>
            <a:pPr indent="0" lvl="0" marL="0" rtl="0" algn="l">
              <a:lnSpc>
                <a:spcPct val="100000"/>
              </a:lnSpc>
              <a:spcBef>
                <a:spcPts val="1000"/>
              </a:spcBef>
              <a:spcAft>
                <a:spcPts val="0"/>
              </a:spcAft>
              <a:buSzPts val="2100"/>
              <a:buNone/>
            </a:pPr>
            <a:r>
              <a:rPr lang="id-ID" sz="2100"/>
              <a:t>Pemahaman proporsional ini diharapkan dapat menopang realisasi kerukunan dalam hidup berbangsa, bernegara, dan berdunia. </a:t>
            </a:r>
            <a:endParaRPr/>
          </a:p>
          <a:p>
            <a:pPr indent="0" lvl="0" marL="0" rtl="0" algn="l">
              <a:lnSpc>
                <a:spcPct val="100000"/>
              </a:lnSpc>
              <a:spcBef>
                <a:spcPts val="1000"/>
              </a:spcBef>
              <a:spcAft>
                <a:spcPts val="0"/>
              </a:spcAft>
              <a:buSzPts val="1600"/>
              <a:buNone/>
            </a:pPr>
            <a:r>
              <a:t/>
            </a:r>
            <a:endParaRPr sz="1600"/>
          </a:p>
        </p:txBody>
      </p:sp>
      <p:pic>
        <p:nvPicPr>
          <p:cNvPr descr="A group of people holding signs&#10;&#10;Description automatically generated with low confidence" id="252" name="Google Shape;252;p13"/>
          <p:cNvPicPr preferRelativeResize="0"/>
          <p:nvPr/>
        </p:nvPicPr>
        <p:blipFill rotWithShape="1">
          <a:blip r:embed="rId3">
            <a:alphaModFix/>
          </a:blip>
          <a:srcRect b="2" l="13310" r="4026" t="0"/>
          <a:stretch/>
        </p:blipFill>
        <p:spPr>
          <a:xfrm>
            <a:off x="7636300" y="10"/>
            <a:ext cx="4555700" cy="3857747"/>
          </a:xfrm>
          <a:custGeom>
            <a:rect b="b" l="l" r="r" t="t"/>
            <a:pathLst>
              <a:path extrusionOk="0" h="3857757" w="4555700">
                <a:moveTo>
                  <a:pt x="2447915" y="3084896"/>
                </a:moveTo>
                <a:cubicBezTo>
                  <a:pt x="2508733" y="3080599"/>
                  <a:pt x="2571444" y="3093792"/>
                  <a:pt x="2628222" y="3126571"/>
                </a:cubicBezTo>
                <a:cubicBezTo>
                  <a:pt x="2779626" y="3213985"/>
                  <a:pt x="2831499" y="3407584"/>
                  <a:pt x="2744087" y="3558988"/>
                </a:cubicBezTo>
                <a:cubicBezTo>
                  <a:pt x="2656674" y="3710393"/>
                  <a:pt x="2463074" y="3762268"/>
                  <a:pt x="2311669" y="3674854"/>
                </a:cubicBezTo>
                <a:cubicBezTo>
                  <a:pt x="2160264" y="3587440"/>
                  <a:pt x="2108391" y="3393841"/>
                  <a:pt x="2195804" y="3242438"/>
                </a:cubicBezTo>
                <a:cubicBezTo>
                  <a:pt x="2250438" y="3147810"/>
                  <a:pt x="2346549" y="3092060"/>
                  <a:pt x="2447915" y="3084896"/>
                </a:cubicBezTo>
                <a:close/>
                <a:moveTo>
                  <a:pt x="505073" y="1299559"/>
                </a:moveTo>
                <a:cubicBezTo>
                  <a:pt x="596718" y="1293082"/>
                  <a:pt x="691212" y="1312962"/>
                  <a:pt x="776764" y="1362355"/>
                </a:cubicBezTo>
                <a:cubicBezTo>
                  <a:pt x="1004905" y="1494073"/>
                  <a:pt x="1083072" y="1785796"/>
                  <a:pt x="951354" y="2013937"/>
                </a:cubicBezTo>
                <a:cubicBezTo>
                  <a:pt x="819637" y="2242078"/>
                  <a:pt x="527915" y="2320244"/>
                  <a:pt x="299774" y="2188527"/>
                </a:cubicBezTo>
                <a:cubicBezTo>
                  <a:pt x="71633" y="2056810"/>
                  <a:pt x="-6534" y="1765087"/>
                  <a:pt x="125183" y="1536946"/>
                </a:cubicBezTo>
                <a:cubicBezTo>
                  <a:pt x="207507" y="1394358"/>
                  <a:pt x="352333" y="1310354"/>
                  <a:pt x="505073" y="1299559"/>
                </a:cubicBezTo>
                <a:close/>
                <a:moveTo>
                  <a:pt x="26604" y="0"/>
                </a:moveTo>
                <a:lnTo>
                  <a:pt x="4555700" y="0"/>
                </a:lnTo>
                <a:lnTo>
                  <a:pt x="4555700" y="3574963"/>
                </a:lnTo>
                <a:lnTo>
                  <a:pt x="4547299" y="3579746"/>
                </a:lnTo>
                <a:cubicBezTo>
                  <a:pt x="4383893" y="3659419"/>
                  <a:pt x="4198992" y="3698183"/>
                  <a:pt x="4028904" y="3679194"/>
                </a:cubicBezTo>
                <a:cubicBezTo>
                  <a:pt x="3490749" y="3619109"/>
                  <a:pt x="3442140" y="3018676"/>
                  <a:pt x="2819108" y="2894262"/>
                </a:cubicBezTo>
                <a:cubicBezTo>
                  <a:pt x="2383573" y="2807210"/>
                  <a:pt x="1998836" y="3019389"/>
                  <a:pt x="1967656" y="3037309"/>
                </a:cubicBezTo>
                <a:cubicBezTo>
                  <a:pt x="1523453" y="3290471"/>
                  <a:pt x="1560426" y="3727922"/>
                  <a:pt x="1139076" y="3824123"/>
                </a:cubicBezTo>
                <a:cubicBezTo>
                  <a:pt x="1049948" y="3844511"/>
                  <a:pt x="761716" y="3910281"/>
                  <a:pt x="523280" y="3772618"/>
                </a:cubicBezTo>
                <a:lnTo>
                  <a:pt x="523732" y="3772041"/>
                </a:lnTo>
                <a:cubicBezTo>
                  <a:pt x="488350" y="3751613"/>
                  <a:pt x="455375" y="3727427"/>
                  <a:pt x="425296" y="3699884"/>
                </a:cubicBezTo>
                <a:cubicBezTo>
                  <a:pt x="210007" y="3502423"/>
                  <a:pt x="152005" y="3142878"/>
                  <a:pt x="277475" y="2903987"/>
                </a:cubicBezTo>
                <a:cubicBezTo>
                  <a:pt x="446465" y="2582456"/>
                  <a:pt x="825348" y="2711638"/>
                  <a:pt x="1140355" y="2343772"/>
                </a:cubicBezTo>
                <a:cubicBezTo>
                  <a:pt x="1305778" y="2150580"/>
                  <a:pt x="1470401" y="1787252"/>
                  <a:pt x="1360076" y="1499040"/>
                </a:cubicBezTo>
                <a:cubicBezTo>
                  <a:pt x="1175408" y="1016672"/>
                  <a:pt x="391053" y="1195941"/>
                  <a:pt x="100023" y="653482"/>
                </a:cubicBezTo>
                <a:cubicBezTo>
                  <a:pt x="1489" y="469369"/>
                  <a:pt x="-22127" y="236830"/>
                  <a:pt x="19857" y="25326"/>
                </a:cubicBezTo>
                <a:close/>
              </a:path>
            </a:pathLst>
          </a:custGeom>
          <a:noFill/>
          <a:ln>
            <a:noFill/>
          </a:ln>
        </p:spPr>
      </p:pic>
      <p:pic>
        <p:nvPicPr>
          <p:cNvPr descr="A group of men holding a sign&#10;&#10;Description automatically generated" id="253" name="Google Shape;253;p13"/>
          <p:cNvPicPr preferRelativeResize="0"/>
          <p:nvPr/>
        </p:nvPicPr>
        <p:blipFill rotWithShape="1">
          <a:blip r:embed="rId4">
            <a:alphaModFix/>
          </a:blip>
          <a:srcRect b="24923" l="0" r="-1" t="0"/>
          <a:stretch/>
        </p:blipFill>
        <p:spPr>
          <a:xfrm>
            <a:off x="7341170" y="4135778"/>
            <a:ext cx="4850830" cy="2722222"/>
          </a:xfrm>
          <a:custGeom>
            <a:rect b="b" l="l" r="r" t="t"/>
            <a:pathLst>
              <a:path extrusionOk="0" h="2722222" w="4850830">
                <a:moveTo>
                  <a:pt x="1056187" y="193875"/>
                </a:moveTo>
                <a:cubicBezTo>
                  <a:pt x="1242761" y="193875"/>
                  <a:pt x="1394009" y="345123"/>
                  <a:pt x="1394009" y="531697"/>
                </a:cubicBezTo>
                <a:cubicBezTo>
                  <a:pt x="1394009" y="718271"/>
                  <a:pt x="1242761" y="869519"/>
                  <a:pt x="1056187" y="869519"/>
                </a:cubicBezTo>
                <a:cubicBezTo>
                  <a:pt x="869614" y="869519"/>
                  <a:pt x="718366" y="718271"/>
                  <a:pt x="718366" y="531697"/>
                </a:cubicBezTo>
                <a:cubicBezTo>
                  <a:pt x="718366" y="345123"/>
                  <a:pt x="869614" y="193875"/>
                  <a:pt x="1056187" y="193875"/>
                </a:cubicBezTo>
                <a:close/>
                <a:moveTo>
                  <a:pt x="4605308" y="20115"/>
                </a:moveTo>
                <a:cubicBezTo>
                  <a:pt x="4633496" y="20842"/>
                  <a:pt x="4662364" y="24209"/>
                  <a:pt x="4692032" y="30588"/>
                </a:cubicBezTo>
                <a:cubicBezTo>
                  <a:pt x="4728644" y="38475"/>
                  <a:pt x="4764337" y="50580"/>
                  <a:pt x="4798864" y="66300"/>
                </a:cubicBezTo>
                <a:lnTo>
                  <a:pt x="4850830" y="96175"/>
                </a:lnTo>
                <a:lnTo>
                  <a:pt x="4850830" y="2722222"/>
                </a:lnTo>
                <a:lnTo>
                  <a:pt x="526454" y="2722222"/>
                </a:lnTo>
                <a:lnTo>
                  <a:pt x="523632" y="2713577"/>
                </a:lnTo>
                <a:cubicBezTo>
                  <a:pt x="403183" y="2425404"/>
                  <a:pt x="-12552" y="2219342"/>
                  <a:pt x="292" y="1807517"/>
                </a:cubicBezTo>
                <a:cubicBezTo>
                  <a:pt x="9155" y="1532425"/>
                  <a:pt x="205901" y="1247889"/>
                  <a:pt x="446118" y="1141158"/>
                </a:cubicBezTo>
                <a:cubicBezTo>
                  <a:pt x="814587" y="977743"/>
                  <a:pt x="1091883" y="1317256"/>
                  <a:pt x="1399058" y="1144546"/>
                </a:cubicBezTo>
                <a:cubicBezTo>
                  <a:pt x="1653956" y="1001226"/>
                  <a:pt x="1614460" y="616746"/>
                  <a:pt x="1919143" y="334305"/>
                </a:cubicBezTo>
                <a:cubicBezTo>
                  <a:pt x="2146890" y="123117"/>
                  <a:pt x="2398212" y="140179"/>
                  <a:pt x="2680066" y="173053"/>
                </a:cubicBezTo>
                <a:cubicBezTo>
                  <a:pt x="3060904" y="217628"/>
                  <a:pt x="3070600" y="462675"/>
                  <a:pt x="3394107" y="512336"/>
                </a:cubicBezTo>
                <a:cubicBezTo>
                  <a:pt x="3912761" y="592039"/>
                  <a:pt x="4182490" y="9193"/>
                  <a:pt x="4605308" y="20115"/>
                </a:cubicBezTo>
                <a:close/>
                <a:moveTo>
                  <a:pt x="3494767" y="0"/>
                </a:moveTo>
                <a:cubicBezTo>
                  <a:pt x="3601841" y="0"/>
                  <a:pt x="3688642" y="86801"/>
                  <a:pt x="3688642" y="193875"/>
                </a:cubicBezTo>
                <a:cubicBezTo>
                  <a:pt x="3688642" y="300950"/>
                  <a:pt x="3601841" y="387751"/>
                  <a:pt x="3494767" y="387751"/>
                </a:cubicBezTo>
                <a:cubicBezTo>
                  <a:pt x="3387693" y="387751"/>
                  <a:pt x="3300892" y="300950"/>
                  <a:pt x="3300892" y="193875"/>
                </a:cubicBezTo>
                <a:cubicBezTo>
                  <a:pt x="3300892" y="86801"/>
                  <a:pt x="3387693" y="0"/>
                  <a:pt x="3494767" y="0"/>
                </a:cubicBezTo>
                <a:close/>
              </a:path>
            </a:pathLst>
          </a:cu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4"/>
          <p:cNvSpPr txBox="1"/>
          <p:nvPr>
            <p:ph type="title"/>
          </p:nvPr>
        </p:nvSpPr>
        <p:spPr>
          <a:xfrm>
            <a:off x="609600" y="557784"/>
            <a:ext cx="10972800" cy="1325563"/>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100000"/>
              <a:buFont typeface="Arial"/>
              <a:buNone/>
            </a:pPr>
            <a:r>
              <a:rPr lang="id-ID"/>
              <a:t>Urgensi Islam</a:t>
            </a:r>
            <a:r>
              <a:rPr lang="id-ID">
                <a:solidFill>
                  <a:srgbClr val="00B050"/>
                </a:solidFill>
              </a:rPr>
              <a:t> Wasathiyyah</a:t>
            </a:r>
            <a:br>
              <a:rPr lang="id-ID"/>
            </a:br>
            <a:r>
              <a:rPr lang="id-ID"/>
              <a:t>dalam Konteks Indonesia</a:t>
            </a:r>
            <a:endParaRPr/>
          </a:p>
        </p:txBody>
      </p:sp>
      <p:grpSp>
        <p:nvGrpSpPr>
          <p:cNvPr id="259" name="Google Shape;259;p14"/>
          <p:cNvGrpSpPr/>
          <p:nvPr/>
        </p:nvGrpSpPr>
        <p:grpSpPr>
          <a:xfrm>
            <a:off x="609600" y="2106613"/>
            <a:ext cx="10972800" cy="3710863"/>
            <a:chOff x="0" y="0"/>
            <a:chExt cx="10972800" cy="3710863"/>
          </a:xfrm>
        </p:grpSpPr>
        <p:sp>
          <p:nvSpPr>
            <p:cNvPr id="260" name="Google Shape;260;p14"/>
            <p:cNvSpPr/>
            <p:nvPr/>
          </p:nvSpPr>
          <p:spPr>
            <a:xfrm>
              <a:off x="0" y="0"/>
              <a:ext cx="2143125" cy="3710863"/>
            </a:xfrm>
            <a:prstGeom prst="roundRect">
              <a:avLst>
                <a:gd fmla="val 10000"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4"/>
            <p:cNvSpPr txBox="1"/>
            <p:nvPr/>
          </p:nvSpPr>
          <p:spPr>
            <a:xfrm>
              <a:off x="0" y="1484345"/>
              <a:ext cx="2143125" cy="1484345"/>
            </a:xfrm>
            <a:prstGeom prst="rect">
              <a:avLst/>
            </a:prstGeom>
            <a:noFill/>
            <a:ln>
              <a:noFill/>
            </a:ln>
          </p:spPr>
          <p:txBody>
            <a:bodyPr anchorCtr="0" anchor="ctr" bIns="149350" lIns="149350" spcFirstLastPara="1" rIns="149350" wrap="square" tIns="149350">
              <a:noAutofit/>
            </a:bodyPr>
            <a:lstStyle/>
            <a:p>
              <a:pPr indent="0" lvl="0" marL="0" marR="0" rtl="0" algn="ctr">
                <a:lnSpc>
                  <a:spcPct val="90000"/>
                </a:lnSpc>
                <a:spcBef>
                  <a:spcPts val="0"/>
                </a:spcBef>
                <a:spcAft>
                  <a:spcPts val="0"/>
                </a:spcAft>
                <a:buClr>
                  <a:schemeClr val="lt1"/>
                </a:buClr>
                <a:buSzPts val="2100"/>
                <a:buFont typeface="Avenir"/>
                <a:buNone/>
              </a:pPr>
              <a:r>
                <a:rPr lang="id-ID" sz="2100">
                  <a:solidFill>
                    <a:schemeClr val="lt1"/>
                  </a:solidFill>
                  <a:latin typeface="Avenir"/>
                  <a:ea typeface="Avenir"/>
                  <a:cs typeface="Avenir"/>
                  <a:sym typeface="Avenir"/>
                </a:rPr>
                <a:t>Fenomena Post-sekularisme</a:t>
              </a:r>
              <a:endParaRPr/>
            </a:p>
          </p:txBody>
        </p:sp>
        <p:sp>
          <p:nvSpPr>
            <p:cNvPr id="262" name="Google Shape;262;p14"/>
            <p:cNvSpPr/>
            <p:nvPr/>
          </p:nvSpPr>
          <p:spPr>
            <a:xfrm>
              <a:off x="453703" y="222651"/>
              <a:ext cx="1235717" cy="1235717"/>
            </a:xfrm>
            <a:prstGeom prst="ellipse">
              <a:avLst/>
            </a:prstGeom>
            <a:blipFill rotWithShape="1">
              <a:blip r:embed="rId3">
                <a:alphaModFix/>
              </a:blip>
              <a:stretch>
                <a:fillRect b="0" l="-24998" r="-24998"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4"/>
            <p:cNvSpPr/>
            <p:nvPr/>
          </p:nvSpPr>
          <p:spPr>
            <a:xfrm>
              <a:off x="2207418" y="0"/>
              <a:ext cx="2143125" cy="3710863"/>
            </a:xfrm>
            <a:prstGeom prst="roundRect">
              <a:avLst>
                <a:gd fmla="val 10000"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4"/>
            <p:cNvSpPr txBox="1"/>
            <p:nvPr/>
          </p:nvSpPr>
          <p:spPr>
            <a:xfrm>
              <a:off x="2207418" y="1484345"/>
              <a:ext cx="2143125" cy="1484345"/>
            </a:xfrm>
            <a:prstGeom prst="rect">
              <a:avLst/>
            </a:prstGeom>
            <a:noFill/>
            <a:ln>
              <a:noFill/>
            </a:ln>
          </p:spPr>
          <p:txBody>
            <a:bodyPr anchorCtr="0" anchor="ctr" bIns="149350" lIns="149350" spcFirstLastPara="1" rIns="149350" wrap="square" tIns="149350">
              <a:noAutofit/>
            </a:bodyPr>
            <a:lstStyle/>
            <a:p>
              <a:pPr indent="0" lvl="0" marL="0" marR="0" rtl="0" algn="ctr">
                <a:lnSpc>
                  <a:spcPct val="90000"/>
                </a:lnSpc>
                <a:spcBef>
                  <a:spcPts val="0"/>
                </a:spcBef>
                <a:spcAft>
                  <a:spcPts val="0"/>
                </a:spcAft>
                <a:buClr>
                  <a:schemeClr val="lt1"/>
                </a:buClr>
                <a:buSzPts val="2100"/>
                <a:buFont typeface="Avenir"/>
                <a:buNone/>
              </a:pPr>
              <a:r>
                <a:rPr lang="id-ID" sz="2100">
                  <a:solidFill>
                    <a:schemeClr val="lt1"/>
                  </a:solidFill>
                  <a:latin typeface="Avenir"/>
                  <a:ea typeface="Avenir"/>
                  <a:cs typeface="Avenir"/>
                  <a:sym typeface="Avenir"/>
                </a:rPr>
                <a:t>Persoalan Laten  Ekstremisme </a:t>
              </a:r>
              <a:endParaRPr/>
            </a:p>
          </p:txBody>
        </p:sp>
        <p:sp>
          <p:nvSpPr>
            <p:cNvPr id="265" name="Google Shape;265;p14"/>
            <p:cNvSpPr/>
            <p:nvPr/>
          </p:nvSpPr>
          <p:spPr>
            <a:xfrm>
              <a:off x="2661122" y="222651"/>
              <a:ext cx="1235717" cy="1235717"/>
            </a:xfrm>
            <a:prstGeom prst="ellipse">
              <a:avLst/>
            </a:prstGeom>
            <a:blipFill rotWithShape="1">
              <a:blip r:embed="rId4">
                <a:alphaModFix/>
              </a:blip>
              <a:stretch>
                <a:fillRect b="0" l="-24998" r="-24998"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4"/>
            <p:cNvSpPr/>
            <p:nvPr/>
          </p:nvSpPr>
          <p:spPr>
            <a:xfrm>
              <a:off x="4414837" y="0"/>
              <a:ext cx="2143125" cy="3710863"/>
            </a:xfrm>
            <a:prstGeom prst="roundRect">
              <a:avLst>
                <a:gd fmla="val 10000"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4"/>
            <p:cNvSpPr txBox="1"/>
            <p:nvPr/>
          </p:nvSpPr>
          <p:spPr>
            <a:xfrm>
              <a:off x="4414837" y="1484345"/>
              <a:ext cx="2143125" cy="1484345"/>
            </a:xfrm>
            <a:prstGeom prst="rect">
              <a:avLst/>
            </a:prstGeom>
            <a:noFill/>
            <a:ln>
              <a:noFill/>
            </a:ln>
          </p:spPr>
          <p:txBody>
            <a:bodyPr anchorCtr="0" anchor="ctr" bIns="149350" lIns="149350" spcFirstLastPara="1" rIns="149350" wrap="square" tIns="149350">
              <a:noAutofit/>
            </a:bodyPr>
            <a:lstStyle/>
            <a:p>
              <a:pPr indent="0" lvl="0" marL="0" marR="0" rtl="0" algn="ctr">
                <a:lnSpc>
                  <a:spcPct val="90000"/>
                </a:lnSpc>
                <a:spcBef>
                  <a:spcPts val="0"/>
                </a:spcBef>
                <a:spcAft>
                  <a:spcPts val="0"/>
                </a:spcAft>
                <a:buClr>
                  <a:schemeClr val="lt1"/>
                </a:buClr>
                <a:buSzPts val="2100"/>
                <a:buFont typeface="Avenir"/>
                <a:buNone/>
              </a:pPr>
              <a:r>
                <a:rPr lang="id-ID" sz="2100">
                  <a:solidFill>
                    <a:schemeClr val="lt1"/>
                  </a:solidFill>
                  <a:latin typeface="Avenir"/>
                  <a:ea typeface="Avenir"/>
                  <a:cs typeface="Avenir"/>
                  <a:sym typeface="Avenir"/>
                </a:rPr>
                <a:t>Ekses Konflik Kawasan (Timteng)</a:t>
              </a:r>
              <a:endParaRPr/>
            </a:p>
          </p:txBody>
        </p:sp>
        <p:sp>
          <p:nvSpPr>
            <p:cNvPr id="268" name="Google Shape;268;p14"/>
            <p:cNvSpPr/>
            <p:nvPr/>
          </p:nvSpPr>
          <p:spPr>
            <a:xfrm>
              <a:off x="4868541" y="222651"/>
              <a:ext cx="1235717" cy="1235717"/>
            </a:xfrm>
            <a:prstGeom prst="ellipse">
              <a:avLst/>
            </a:prstGeom>
            <a:blipFill rotWithShape="1">
              <a:blip r:embed="rId5">
                <a:alphaModFix/>
              </a:blip>
              <a:stretch>
                <a:fillRect b="0" l="-1998" r="-1999"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4"/>
            <p:cNvSpPr/>
            <p:nvPr/>
          </p:nvSpPr>
          <p:spPr>
            <a:xfrm>
              <a:off x="6622256" y="0"/>
              <a:ext cx="2143125" cy="3710863"/>
            </a:xfrm>
            <a:prstGeom prst="roundRect">
              <a:avLst>
                <a:gd fmla="val 10000"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4"/>
            <p:cNvSpPr txBox="1"/>
            <p:nvPr/>
          </p:nvSpPr>
          <p:spPr>
            <a:xfrm>
              <a:off x="6622256" y="1484345"/>
              <a:ext cx="2143125" cy="1484345"/>
            </a:xfrm>
            <a:prstGeom prst="rect">
              <a:avLst/>
            </a:prstGeom>
            <a:noFill/>
            <a:ln>
              <a:noFill/>
            </a:ln>
          </p:spPr>
          <p:txBody>
            <a:bodyPr anchorCtr="0" anchor="ctr" bIns="149350" lIns="149350" spcFirstLastPara="1" rIns="149350" wrap="square" tIns="149350">
              <a:noAutofit/>
            </a:bodyPr>
            <a:lstStyle/>
            <a:p>
              <a:pPr indent="0" lvl="0" marL="0" marR="0" rtl="0" algn="ctr">
                <a:lnSpc>
                  <a:spcPct val="90000"/>
                </a:lnSpc>
                <a:spcBef>
                  <a:spcPts val="0"/>
                </a:spcBef>
                <a:spcAft>
                  <a:spcPts val="0"/>
                </a:spcAft>
                <a:buClr>
                  <a:schemeClr val="lt1"/>
                </a:buClr>
                <a:buSzPts val="2100"/>
                <a:buFont typeface="Avenir"/>
                <a:buNone/>
              </a:pPr>
              <a:r>
                <a:rPr lang="id-ID" sz="2100">
                  <a:solidFill>
                    <a:schemeClr val="lt1"/>
                  </a:solidFill>
                  <a:latin typeface="Avenir"/>
                  <a:ea typeface="Avenir"/>
                  <a:cs typeface="Avenir"/>
                  <a:sym typeface="Avenir"/>
                </a:rPr>
                <a:t>Mewujudkan Indonesia sebagai  Model</a:t>
              </a:r>
              <a:endParaRPr/>
            </a:p>
          </p:txBody>
        </p:sp>
        <p:sp>
          <p:nvSpPr>
            <p:cNvPr id="271" name="Google Shape;271;p14"/>
            <p:cNvSpPr/>
            <p:nvPr/>
          </p:nvSpPr>
          <p:spPr>
            <a:xfrm>
              <a:off x="7075960" y="222651"/>
              <a:ext cx="1235717" cy="1235717"/>
            </a:xfrm>
            <a:prstGeom prst="ellipse">
              <a:avLst/>
            </a:prstGeom>
            <a:blipFill rotWithShape="1">
              <a:blip r:embed="rId6">
                <a:alphaModFix/>
              </a:blip>
              <a:stretch>
                <a:fillRect b="0" l="-24998" r="-24998"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4"/>
            <p:cNvSpPr/>
            <p:nvPr/>
          </p:nvSpPr>
          <p:spPr>
            <a:xfrm>
              <a:off x="8829675" y="0"/>
              <a:ext cx="2143125" cy="3710863"/>
            </a:xfrm>
            <a:prstGeom prst="roundRect">
              <a:avLst>
                <a:gd fmla="val 10000" name="adj"/>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4"/>
            <p:cNvSpPr txBox="1"/>
            <p:nvPr/>
          </p:nvSpPr>
          <p:spPr>
            <a:xfrm>
              <a:off x="8829675" y="1484345"/>
              <a:ext cx="2143125" cy="1484345"/>
            </a:xfrm>
            <a:prstGeom prst="rect">
              <a:avLst/>
            </a:prstGeom>
            <a:noFill/>
            <a:ln>
              <a:noFill/>
            </a:ln>
          </p:spPr>
          <p:txBody>
            <a:bodyPr anchorCtr="0" anchor="ctr" bIns="149350" lIns="149350" spcFirstLastPara="1" rIns="149350" wrap="square" tIns="149350">
              <a:noAutofit/>
            </a:bodyPr>
            <a:lstStyle/>
            <a:p>
              <a:pPr indent="0" lvl="0" marL="0" marR="0" rtl="0" algn="ctr">
                <a:lnSpc>
                  <a:spcPct val="90000"/>
                </a:lnSpc>
                <a:spcBef>
                  <a:spcPts val="0"/>
                </a:spcBef>
                <a:spcAft>
                  <a:spcPts val="0"/>
                </a:spcAft>
                <a:buClr>
                  <a:schemeClr val="lt1"/>
                </a:buClr>
                <a:buSzPts val="2100"/>
                <a:buFont typeface="Avenir"/>
                <a:buNone/>
              </a:pPr>
              <a:r>
                <a:rPr lang="id-ID" sz="2100">
                  <a:solidFill>
                    <a:schemeClr val="lt1"/>
                  </a:solidFill>
                  <a:latin typeface="Avenir"/>
                  <a:ea typeface="Avenir"/>
                  <a:cs typeface="Avenir"/>
                  <a:sym typeface="Avenir"/>
                </a:rPr>
                <a:t>Spirit membangun Bangsa </a:t>
              </a:r>
              <a:endParaRPr/>
            </a:p>
          </p:txBody>
        </p:sp>
        <p:sp>
          <p:nvSpPr>
            <p:cNvPr id="274" name="Google Shape;274;p14"/>
            <p:cNvSpPr/>
            <p:nvPr/>
          </p:nvSpPr>
          <p:spPr>
            <a:xfrm>
              <a:off x="9283378" y="222651"/>
              <a:ext cx="1235717" cy="1235717"/>
            </a:xfrm>
            <a:prstGeom prst="ellipse">
              <a:avLst/>
            </a:prstGeom>
            <a:blipFill rotWithShape="1">
              <a:blip r:embed="rId7">
                <a:alphaModFix/>
              </a:blip>
              <a:stretch>
                <a:fillRect b="-12999" l="0" r="0" t="-12999"/>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4"/>
            <p:cNvSpPr/>
            <p:nvPr/>
          </p:nvSpPr>
          <p:spPr>
            <a:xfrm>
              <a:off x="438912" y="2968690"/>
              <a:ext cx="10094976" cy="556629"/>
            </a:xfrm>
            <a:prstGeom prst="leftRightArrow">
              <a:avLst>
                <a:gd fmla="val 50000" name="adj1"/>
                <a:gd fmla="val 50000" name="adj2"/>
              </a:avLst>
            </a:prstGeom>
            <a:solidFill>
              <a:srgbClr val="A7DAC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6" name="Google Shape;276;p14"/>
          <p:cNvSpPr txBox="1"/>
          <p:nvPr/>
        </p:nvSpPr>
        <p:spPr>
          <a:xfrm>
            <a:off x="609600" y="6023217"/>
            <a:ext cx="6668814" cy="553998"/>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id-ID" sz="1500">
                <a:solidFill>
                  <a:schemeClr val="dk1"/>
                </a:solidFill>
                <a:latin typeface="Avenir"/>
                <a:ea typeface="Avenir"/>
                <a:cs typeface="Avenir"/>
                <a:sym typeface="Avenir"/>
              </a:rPr>
              <a:t>Abdul Aziz &amp; A. Khoirul Anam, </a:t>
            </a:r>
            <a:r>
              <a:rPr i="1" lang="id-ID" sz="1500">
                <a:solidFill>
                  <a:schemeClr val="dk1"/>
                </a:solidFill>
                <a:latin typeface="Avenir"/>
                <a:ea typeface="Avenir"/>
                <a:cs typeface="Avenir"/>
                <a:sym typeface="Avenir"/>
              </a:rPr>
              <a:t>Moderasi Beragama Berdasarkan Nilai-Nilai Islam</a:t>
            </a:r>
            <a:r>
              <a:rPr lang="id-ID" sz="1500">
                <a:solidFill>
                  <a:schemeClr val="dk1"/>
                </a:solidFill>
                <a:latin typeface="Avenir"/>
                <a:ea typeface="Avenir"/>
                <a:cs typeface="Avenir"/>
                <a:sym typeface="Avenir"/>
              </a:rPr>
              <a:t> (Jakarta: Dirjen Pendidikan Agama Islam Kemenag RI, 2021), 21-24.</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280" name="Shape 280"/>
        <p:cNvGrpSpPr/>
        <p:nvPr/>
      </p:nvGrpSpPr>
      <p:grpSpPr>
        <a:xfrm>
          <a:off x="0" y="0"/>
          <a:ext cx="0" cy="0"/>
          <a:chOff x="0" y="0"/>
          <a:chExt cx="0" cy="0"/>
        </a:xfrm>
      </p:grpSpPr>
      <p:sp>
        <p:nvSpPr>
          <p:cNvPr id="281" name="Google Shape;281;p15"/>
          <p:cNvSpPr/>
          <p:nvPr/>
        </p:nvSpPr>
        <p:spPr>
          <a:xfrm>
            <a:off x="0" y="0"/>
            <a:ext cx="12188952"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pic>
        <p:nvPicPr>
          <p:cNvPr descr="A picture containing scale, device&#10;&#10;Description automatically generated" id="282" name="Google Shape;282;p15"/>
          <p:cNvPicPr preferRelativeResize="0"/>
          <p:nvPr/>
        </p:nvPicPr>
        <p:blipFill rotWithShape="1">
          <a:blip r:embed="rId3">
            <a:alphaModFix/>
          </a:blip>
          <a:srcRect b="-1" l="0" r="6093" t="0"/>
          <a:stretch/>
        </p:blipFill>
        <p:spPr>
          <a:xfrm>
            <a:off x="-74645" y="10"/>
            <a:ext cx="12266645" cy="6857990"/>
          </a:xfrm>
          <a:prstGeom prst="rect">
            <a:avLst/>
          </a:prstGeom>
          <a:noFill/>
          <a:ln>
            <a:noFill/>
          </a:ln>
        </p:spPr>
      </p:pic>
      <p:sp>
        <p:nvSpPr>
          <p:cNvPr id="283" name="Google Shape;283;p15"/>
          <p:cNvSpPr/>
          <p:nvPr/>
        </p:nvSpPr>
        <p:spPr>
          <a:xfrm rot="5400000">
            <a:off x="3950443" y="-1383557"/>
            <a:ext cx="6858000" cy="9625112"/>
          </a:xfrm>
          <a:prstGeom prst="rect">
            <a:avLst/>
          </a:prstGeom>
          <a:gradFill>
            <a:gsLst>
              <a:gs pos="0">
                <a:schemeClr val="dk1"/>
              </a:gs>
              <a:gs pos="55000">
                <a:srgbClr val="000000">
                  <a:alpha val="45882"/>
                </a:srgbClr>
              </a:gs>
              <a:gs pos="100000">
                <a:srgbClr val="000000">
                  <a:alpha val="0"/>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284" name="Google Shape;284;p15"/>
          <p:cNvSpPr txBox="1"/>
          <p:nvPr>
            <p:ph type="ctrTitle"/>
          </p:nvPr>
        </p:nvSpPr>
        <p:spPr>
          <a:xfrm>
            <a:off x="4794742" y="663960"/>
            <a:ext cx="6787658" cy="3594112"/>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Clr>
                <a:srgbClr val="FFFFFF"/>
              </a:buClr>
              <a:buSzPts val="5400"/>
              <a:buFont typeface="Arial"/>
              <a:buNone/>
            </a:pPr>
            <a:r>
              <a:rPr lang="id-ID">
                <a:solidFill>
                  <a:srgbClr val="FFFFFF"/>
                </a:solidFill>
              </a:rPr>
              <a:t>Apa Saja Nilai</a:t>
            </a:r>
            <a:br>
              <a:rPr lang="id-ID">
                <a:solidFill>
                  <a:srgbClr val="FFFFFF"/>
                </a:solidFill>
              </a:rPr>
            </a:br>
            <a:r>
              <a:rPr lang="id-ID">
                <a:solidFill>
                  <a:srgbClr val="FFFFFF"/>
                </a:solidFill>
              </a:rPr>
              <a:t>Islam </a:t>
            </a:r>
            <a:r>
              <a:rPr lang="id-ID">
                <a:solidFill>
                  <a:srgbClr val="92D050"/>
                </a:solidFill>
              </a:rPr>
              <a:t>Wasathiyyah?</a:t>
            </a:r>
            <a:endParaRPr/>
          </a:p>
        </p:txBody>
      </p:sp>
      <p:sp>
        <p:nvSpPr>
          <p:cNvPr id="285" name="Google Shape;285;p15"/>
          <p:cNvSpPr/>
          <p:nvPr/>
        </p:nvSpPr>
        <p:spPr>
          <a:xfrm>
            <a:off x="0" y="0"/>
            <a:ext cx="2432630" cy="2848482"/>
          </a:xfrm>
          <a:custGeom>
            <a:rect b="b" l="l" r="r" t="t"/>
            <a:pathLst>
              <a:path extrusionOk="0" h="2848482" w="2432630">
                <a:moveTo>
                  <a:pt x="1193013" y="1609830"/>
                </a:moveTo>
                <a:cubicBezTo>
                  <a:pt x="1297352" y="1617205"/>
                  <a:pt x="1396284" y="1674588"/>
                  <a:pt x="1452520" y="1771993"/>
                </a:cubicBezTo>
                <a:cubicBezTo>
                  <a:pt x="1542498" y="1927838"/>
                  <a:pt x="1489101" y="2127117"/>
                  <a:pt x="1333256" y="2217094"/>
                </a:cubicBezTo>
                <a:cubicBezTo>
                  <a:pt x="1177410" y="2307071"/>
                  <a:pt x="978131" y="2253675"/>
                  <a:pt x="888154" y="2097829"/>
                </a:cubicBezTo>
                <a:cubicBezTo>
                  <a:pt x="798176" y="1941984"/>
                  <a:pt x="851572" y="1742705"/>
                  <a:pt x="1007419" y="1652728"/>
                </a:cubicBezTo>
                <a:cubicBezTo>
                  <a:pt x="1065861" y="1618986"/>
                  <a:pt x="1130410" y="1605406"/>
                  <a:pt x="1193013" y="1609830"/>
                </a:cubicBezTo>
                <a:close/>
                <a:moveTo>
                  <a:pt x="1721013" y="1345937"/>
                </a:moveTo>
                <a:cubicBezTo>
                  <a:pt x="1783347" y="1338202"/>
                  <a:pt x="1847142" y="1367515"/>
                  <a:pt x="1880524" y="1425334"/>
                </a:cubicBezTo>
                <a:cubicBezTo>
                  <a:pt x="1925033" y="1502425"/>
                  <a:pt x="1898619" y="1601002"/>
                  <a:pt x="1821528" y="1645511"/>
                </a:cubicBezTo>
                <a:cubicBezTo>
                  <a:pt x="1744436" y="1690020"/>
                  <a:pt x="1645859" y="1663606"/>
                  <a:pt x="1601350" y="1586514"/>
                </a:cubicBezTo>
                <a:cubicBezTo>
                  <a:pt x="1556841" y="1509423"/>
                  <a:pt x="1583254" y="1410846"/>
                  <a:pt x="1660347" y="1366337"/>
                </a:cubicBezTo>
                <a:cubicBezTo>
                  <a:pt x="1679620" y="1355210"/>
                  <a:pt x="1700235" y="1348515"/>
                  <a:pt x="1721013" y="1345937"/>
                </a:cubicBezTo>
                <a:close/>
                <a:moveTo>
                  <a:pt x="0" y="0"/>
                </a:moveTo>
                <a:lnTo>
                  <a:pt x="2420476" y="0"/>
                </a:lnTo>
                <a:lnTo>
                  <a:pt x="2431096" y="94052"/>
                </a:lnTo>
                <a:cubicBezTo>
                  <a:pt x="2434004" y="150699"/>
                  <a:pt x="2432933" y="206775"/>
                  <a:pt x="2426545" y="261706"/>
                </a:cubicBezTo>
                <a:cubicBezTo>
                  <a:pt x="2360669" y="828256"/>
                  <a:pt x="1972176" y="1172577"/>
                  <a:pt x="1347411" y="1289202"/>
                </a:cubicBezTo>
                <a:cubicBezTo>
                  <a:pt x="1096744" y="1336043"/>
                  <a:pt x="825156" y="1376752"/>
                  <a:pt x="678423" y="1606118"/>
                </a:cubicBezTo>
                <a:cubicBezTo>
                  <a:pt x="520257" y="1853673"/>
                  <a:pt x="394149" y="2125038"/>
                  <a:pt x="284014" y="2398976"/>
                </a:cubicBezTo>
                <a:cubicBezTo>
                  <a:pt x="233465" y="2524954"/>
                  <a:pt x="173906" y="2641107"/>
                  <a:pt x="97407" y="2742323"/>
                </a:cubicBezTo>
                <a:lnTo>
                  <a:pt x="0" y="2848482"/>
                </a:lnTo>
                <a:close/>
              </a:path>
            </a:pathLst>
          </a:cu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284"/>
                                        </p:tgtEl>
                                        <p:attrNameLst>
                                          <p:attrName>style.visibility</p:attrName>
                                        </p:attrNameLst>
                                      </p:cBhvr>
                                      <p:to>
                                        <p:strVal val="visible"/>
                                      </p:to>
                                    </p:set>
                                    <p:animEffect filter="fade" transition="in">
                                      <p:cBhvr>
                                        <p:cTn dur="400"/>
                                        <p:tgtEl>
                                          <p:spTgt spid="2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6"/>
          <p:cNvSpPr txBox="1"/>
          <p:nvPr>
            <p:ph type="title"/>
          </p:nvPr>
        </p:nvSpPr>
        <p:spPr>
          <a:xfrm>
            <a:off x="609600" y="557784"/>
            <a:ext cx="10972800" cy="1325563"/>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a:buNone/>
            </a:pPr>
            <a:r>
              <a:rPr lang="id-ID"/>
              <a:t>9 Nilai Utama </a:t>
            </a:r>
            <a:r>
              <a:rPr lang="id-ID">
                <a:solidFill>
                  <a:srgbClr val="00B050"/>
                </a:solidFill>
              </a:rPr>
              <a:t>Islam Wasathiyyah</a:t>
            </a:r>
            <a:endParaRPr/>
          </a:p>
        </p:txBody>
      </p:sp>
      <p:grpSp>
        <p:nvGrpSpPr>
          <p:cNvPr id="291" name="Google Shape;291;p16"/>
          <p:cNvGrpSpPr/>
          <p:nvPr/>
        </p:nvGrpSpPr>
        <p:grpSpPr>
          <a:xfrm>
            <a:off x="193222" y="2447045"/>
            <a:ext cx="11800300" cy="2840813"/>
            <a:chOff x="4036" y="340431"/>
            <a:chExt cx="11800300" cy="2840813"/>
          </a:xfrm>
        </p:grpSpPr>
        <p:sp>
          <p:nvSpPr>
            <p:cNvPr id="292" name="Google Shape;292;p16"/>
            <p:cNvSpPr/>
            <p:nvPr/>
          </p:nvSpPr>
          <p:spPr>
            <a:xfrm>
              <a:off x="4036" y="340431"/>
              <a:ext cx="2185240" cy="1311144"/>
            </a:xfrm>
            <a:prstGeom prst="rect">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6"/>
            <p:cNvSpPr txBox="1"/>
            <p:nvPr/>
          </p:nvSpPr>
          <p:spPr>
            <a:xfrm>
              <a:off x="4036" y="340431"/>
              <a:ext cx="2185240" cy="1311144"/>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Avenir"/>
                <a:buNone/>
              </a:pPr>
              <a:r>
                <a:rPr lang="id-ID" sz="2100">
                  <a:solidFill>
                    <a:schemeClr val="lt1"/>
                  </a:solidFill>
                  <a:latin typeface="Avenir"/>
                  <a:ea typeface="Avenir"/>
                  <a:cs typeface="Avenir"/>
                  <a:sym typeface="Avenir"/>
                </a:rPr>
                <a:t>1. </a:t>
              </a:r>
              <a:r>
                <a:rPr lang="id-ID" sz="2100">
                  <a:solidFill>
                    <a:schemeClr val="lt1"/>
                  </a:solidFill>
                  <a:latin typeface="Avenir"/>
                  <a:ea typeface="Avenir"/>
                  <a:cs typeface="Avenir"/>
                  <a:sym typeface="Avenir"/>
                </a:rPr>
                <a:t>Al</a:t>
              </a:r>
              <a:r>
                <a:rPr lang="id-ID" sz="2100">
                  <a:solidFill>
                    <a:schemeClr val="lt1"/>
                  </a:solidFill>
                  <a:latin typeface="Avenir"/>
                  <a:ea typeface="Avenir"/>
                  <a:cs typeface="Avenir"/>
                  <a:sym typeface="Avenir"/>
                </a:rPr>
                <a:t>-Tawassuth (Tengah-tengah)</a:t>
              </a:r>
              <a:endParaRPr/>
            </a:p>
          </p:txBody>
        </p:sp>
        <p:sp>
          <p:nvSpPr>
            <p:cNvPr id="294" name="Google Shape;294;p16"/>
            <p:cNvSpPr/>
            <p:nvPr/>
          </p:nvSpPr>
          <p:spPr>
            <a:xfrm>
              <a:off x="2407801" y="340431"/>
              <a:ext cx="2185240" cy="1311144"/>
            </a:xfrm>
            <a:prstGeom prst="rect">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6"/>
            <p:cNvSpPr txBox="1"/>
            <p:nvPr/>
          </p:nvSpPr>
          <p:spPr>
            <a:xfrm>
              <a:off x="2407801" y="340431"/>
              <a:ext cx="2185240" cy="1311144"/>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Avenir"/>
                <a:buNone/>
              </a:pPr>
              <a:r>
                <a:rPr lang="id-ID" sz="2100">
                  <a:solidFill>
                    <a:schemeClr val="lt1"/>
                  </a:solidFill>
                  <a:latin typeface="Avenir"/>
                  <a:ea typeface="Avenir"/>
                  <a:cs typeface="Avenir"/>
                  <a:sym typeface="Avenir"/>
                </a:rPr>
                <a:t>2. Al-‘Itidal (Proporsional)</a:t>
              </a:r>
              <a:endParaRPr/>
            </a:p>
          </p:txBody>
        </p:sp>
        <p:sp>
          <p:nvSpPr>
            <p:cNvPr id="296" name="Google Shape;296;p16"/>
            <p:cNvSpPr/>
            <p:nvPr/>
          </p:nvSpPr>
          <p:spPr>
            <a:xfrm>
              <a:off x="4811566" y="340431"/>
              <a:ext cx="2185240" cy="1311144"/>
            </a:xfrm>
            <a:prstGeom prst="rect">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6"/>
            <p:cNvSpPr txBox="1"/>
            <p:nvPr/>
          </p:nvSpPr>
          <p:spPr>
            <a:xfrm>
              <a:off x="4811566" y="340431"/>
              <a:ext cx="2185240" cy="1311144"/>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Avenir"/>
                <a:buNone/>
              </a:pPr>
              <a:r>
                <a:rPr lang="id-ID" sz="2100">
                  <a:solidFill>
                    <a:schemeClr val="lt1"/>
                  </a:solidFill>
                  <a:latin typeface="Avenir"/>
                  <a:ea typeface="Avenir"/>
                  <a:cs typeface="Avenir"/>
                  <a:sym typeface="Avenir"/>
                </a:rPr>
                <a:t>3. Al-Tasamuh (Toleransi)</a:t>
              </a:r>
              <a:endParaRPr/>
            </a:p>
          </p:txBody>
        </p:sp>
        <p:sp>
          <p:nvSpPr>
            <p:cNvPr id="298" name="Google Shape;298;p16"/>
            <p:cNvSpPr/>
            <p:nvPr/>
          </p:nvSpPr>
          <p:spPr>
            <a:xfrm>
              <a:off x="7215331" y="340431"/>
              <a:ext cx="2185240" cy="1311144"/>
            </a:xfrm>
            <a:prstGeom prst="rect">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6"/>
            <p:cNvSpPr txBox="1"/>
            <p:nvPr/>
          </p:nvSpPr>
          <p:spPr>
            <a:xfrm>
              <a:off x="7215331" y="340431"/>
              <a:ext cx="2185240" cy="1311144"/>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Avenir"/>
                <a:buNone/>
              </a:pPr>
              <a:r>
                <a:rPr lang="id-ID" sz="2100">
                  <a:solidFill>
                    <a:schemeClr val="lt1"/>
                  </a:solidFill>
                  <a:latin typeface="Avenir"/>
                  <a:ea typeface="Avenir"/>
                  <a:cs typeface="Avenir"/>
                  <a:sym typeface="Avenir"/>
                </a:rPr>
                <a:t>4. </a:t>
              </a:r>
              <a:r>
                <a:rPr lang="id-ID" sz="2100">
                  <a:solidFill>
                    <a:schemeClr val="lt1"/>
                  </a:solidFill>
                  <a:latin typeface="Avenir"/>
                  <a:ea typeface="Avenir"/>
                  <a:cs typeface="Avenir"/>
                  <a:sym typeface="Avenir"/>
                </a:rPr>
                <a:t>Al</a:t>
              </a:r>
              <a:r>
                <a:rPr lang="id-ID" sz="2100">
                  <a:solidFill>
                    <a:schemeClr val="lt1"/>
                  </a:solidFill>
                  <a:latin typeface="Avenir"/>
                  <a:ea typeface="Avenir"/>
                  <a:cs typeface="Avenir"/>
                  <a:sym typeface="Avenir"/>
                </a:rPr>
                <a:t>-Syura (Musyawarah)</a:t>
              </a:r>
              <a:endParaRPr/>
            </a:p>
          </p:txBody>
        </p:sp>
        <p:sp>
          <p:nvSpPr>
            <p:cNvPr id="300" name="Google Shape;300;p16"/>
            <p:cNvSpPr/>
            <p:nvPr/>
          </p:nvSpPr>
          <p:spPr>
            <a:xfrm>
              <a:off x="9619096" y="340431"/>
              <a:ext cx="2185240" cy="1311144"/>
            </a:xfrm>
            <a:prstGeom prst="rect">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6"/>
            <p:cNvSpPr txBox="1"/>
            <p:nvPr/>
          </p:nvSpPr>
          <p:spPr>
            <a:xfrm>
              <a:off x="9619096" y="340431"/>
              <a:ext cx="2185240" cy="1311144"/>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Avenir"/>
                <a:buNone/>
              </a:pPr>
              <a:r>
                <a:rPr lang="id-ID" sz="2100">
                  <a:solidFill>
                    <a:schemeClr val="lt1"/>
                  </a:solidFill>
                  <a:latin typeface="Avenir"/>
                  <a:ea typeface="Avenir"/>
                  <a:cs typeface="Avenir"/>
                  <a:sym typeface="Avenir"/>
                </a:rPr>
                <a:t>5. Al-Ishlah (Perbaikan)</a:t>
              </a:r>
              <a:endParaRPr/>
            </a:p>
          </p:txBody>
        </p:sp>
        <p:sp>
          <p:nvSpPr>
            <p:cNvPr id="302" name="Google Shape;302;p16"/>
            <p:cNvSpPr/>
            <p:nvPr/>
          </p:nvSpPr>
          <p:spPr>
            <a:xfrm>
              <a:off x="1205918" y="1870100"/>
              <a:ext cx="2185240" cy="1311144"/>
            </a:xfrm>
            <a:prstGeom prst="rect">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6"/>
            <p:cNvSpPr txBox="1"/>
            <p:nvPr/>
          </p:nvSpPr>
          <p:spPr>
            <a:xfrm>
              <a:off x="1205918" y="1870100"/>
              <a:ext cx="2185240" cy="1311144"/>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Avenir"/>
                <a:buNone/>
              </a:pPr>
              <a:r>
                <a:rPr lang="id-ID" sz="2100">
                  <a:solidFill>
                    <a:schemeClr val="lt1"/>
                  </a:solidFill>
                  <a:latin typeface="Avenir"/>
                  <a:ea typeface="Avenir"/>
                  <a:cs typeface="Avenir"/>
                  <a:sym typeface="Avenir"/>
                </a:rPr>
                <a:t>6. Al-Qudwah (Kepeloporan)</a:t>
              </a:r>
              <a:endParaRPr/>
            </a:p>
          </p:txBody>
        </p:sp>
        <p:sp>
          <p:nvSpPr>
            <p:cNvPr id="304" name="Google Shape;304;p16"/>
            <p:cNvSpPr/>
            <p:nvPr/>
          </p:nvSpPr>
          <p:spPr>
            <a:xfrm>
              <a:off x="3609683" y="1870100"/>
              <a:ext cx="2185240" cy="1311144"/>
            </a:xfrm>
            <a:prstGeom prst="rect">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6"/>
            <p:cNvSpPr txBox="1"/>
            <p:nvPr/>
          </p:nvSpPr>
          <p:spPr>
            <a:xfrm>
              <a:off x="3609683" y="1870100"/>
              <a:ext cx="2185240" cy="1311144"/>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Avenir"/>
                <a:buNone/>
              </a:pPr>
              <a:r>
                <a:rPr lang="id-ID" sz="2100">
                  <a:solidFill>
                    <a:schemeClr val="lt1"/>
                  </a:solidFill>
                  <a:latin typeface="Avenir"/>
                  <a:ea typeface="Avenir"/>
                  <a:cs typeface="Avenir"/>
                  <a:sym typeface="Avenir"/>
                </a:rPr>
                <a:t>7. </a:t>
              </a:r>
              <a:r>
                <a:rPr lang="id-ID" sz="2100">
                  <a:solidFill>
                    <a:schemeClr val="lt1"/>
                  </a:solidFill>
                  <a:latin typeface="Avenir"/>
                  <a:ea typeface="Avenir"/>
                  <a:cs typeface="Avenir"/>
                  <a:sym typeface="Avenir"/>
                </a:rPr>
                <a:t>Al</a:t>
              </a:r>
              <a:r>
                <a:rPr lang="id-ID" sz="2100">
                  <a:solidFill>
                    <a:schemeClr val="lt1"/>
                  </a:solidFill>
                  <a:latin typeface="Avenir"/>
                  <a:ea typeface="Avenir"/>
                  <a:cs typeface="Avenir"/>
                  <a:sym typeface="Avenir"/>
                </a:rPr>
                <a:t>-Muathanah (Cinta Tanah Air)</a:t>
              </a:r>
              <a:endParaRPr/>
            </a:p>
          </p:txBody>
        </p:sp>
        <p:sp>
          <p:nvSpPr>
            <p:cNvPr id="306" name="Google Shape;306;p16"/>
            <p:cNvSpPr/>
            <p:nvPr/>
          </p:nvSpPr>
          <p:spPr>
            <a:xfrm>
              <a:off x="6013448" y="1870100"/>
              <a:ext cx="2185240" cy="1311144"/>
            </a:xfrm>
            <a:prstGeom prst="rect">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6"/>
            <p:cNvSpPr txBox="1"/>
            <p:nvPr/>
          </p:nvSpPr>
          <p:spPr>
            <a:xfrm>
              <a:off x="6013448" y="1870100"/>
              <a:ext cx="2185240" cy="1311144"/>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Avenir"/>
                <a:buNone/>
              </a:pPr>
              <a:r>
                <a:rPr lang="id-ID" sz="2100">
                  <a:solidFill>
                    <a:schemeClr val="lt1"/>
                  </a:solidFill>
                  <a:latin typeface="Avenir"/>
                  <a:ea typeface="Avenir"/>
                  <a:cs typeface="Avenir"/>
                  <a:sym typeface="Avenir"/>
                </a:rPr>
                <a:t>8. Al-La ‘Unf (Anti Kekerasan)</a:t>
              </a:r>
              <a:endParaRPr/>
            </a:p>
          </p:txBody>
        </p:sp>
        <p:sp>
          <p:nvSpPr>
            <p:cNvPr id="308" name="Google Shape;308;p16"/>
            <p:cNvSpPr/>
            <p:nvPr/>
          </p:nvSpPr>
          <p:spPr>
            <a:xfrm>
              <a:off x="8417213" y="1870100"/>
              <a:ext cx="2185240" cy="1311144"/>
            </a:xfrm>
            <a:prstGeom prst="rect">
              <a:avLst/>
            </a:prstGeom>
            <a:solidFill>
              <a:srgbClr val="1BBE99"/>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16"/>
            <p:cNvSpPr txBox="1"/>
            <p:nvPr/>
          </p:nvSpPr>
          <p:spPr>
            <a:xfrm>
              <a:off x="8417213" y="1870100"/>
              <a:ext cx="2185240" cy="1311144"/>
            </a:xfrm>
            <a:prstGeom prst="rect">
              <a:avLst/>
            </a:prstGeom>
            <a:noFill/>
            <a:ln>
              <a:noFill/>
            </a:ln>
          </p:spPr>
          <p:txBody>
            <a:bodyPr anchorCtr="0" anchor="ctr" bIns="80000" lIns="80000" spcFirstLastPara="1" rIns="80000" wrap="square" tIns="80000">
              <a:noAutofit/>
            </a:bodyPr>
            <a:lstStyle/>
            <a:p>
              <a:pPr indent="0" lvl="0" marL="0" marR="0" rtl="0" algn="ctr">
                <a:lnSpc>
                  <a:spcPct val="90000"/>
                </a:lnSpc>
                <a:spcBef>
                  <a:spcPts val="0"/>
                </a:spcBef>
                <a:spcAft>
                  <a:spcPts val="0"/>
                </a:spcAft>
                <a:buClr>
                  <a:schemeClr val="lt1"/>
                </a:buClr>
                <a:buSzPts val="2100"/>
                <a:buFont typeface="Avenir"/>
                <a:buNone/>
              </a:pPr>
              <a:r>
                <a:rPr lang="id-ID" sz="2100">
                  <a:solidFill>
                    <a:schemeClr val="lt1"/>
                  </a:solidFill>
                  <a:latin typeface="Avenir"/>
                  <a:ea typeface="Avenir"/>
                  <a:cs typeface="Avenir"/>
                  <a:sym typeface="Avenir"/>
                </a:rPr>
                <a:t>9. I‘tiraf al-’Urf (Ramah Budaya)</a:t>
              </a:r>
              <a:endParaRPr/>
            </a:p>
          </p:txBody>
        </p:sp>
      </p:grpSp>
      <p:sp>
        <p:nvSpPr>
          <p:cNvPr id="310" name="Google Shape;310;p16"/>
          <p:cNvSpPr txBox="1"/>
          <p:nvPr/>
        </p:nvSpPr>
        <p:spPr>
          <a:xfrm>
            <a:off x="189186" y="5746218"/>
            <a:ext cx="6668814" cy="553998"/>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id-ID" sz="1500">
                <a:solidFill>
                  <a:schemeClr val="dk1"/>
                </a:solidFill>
                <a:latin typeface="Avenir"/>
                <a:ea typeface="Avenir"/>
                <a:cs typeface="Avenir"/>
                <a:sym typeface="Avenir"/>
              </a:rPr>
              <a:t>Abdul Aziz &amp; A. Khoirul Anam, </a:t>
            </a:r>
            <a:r>
              <a:rPr i="1" lang="id-ID" sz="1500">
                <a:solidFill>
                  <a:schemeClr val="dk1"/>
                </a:solidFill>
                <a:latin typeface="Avenir"/>
                <a:ea typeface="Avenir"/>
                <a:cs typeface="Avenir"/>
                <a:sym typeface="Avenir"/>
              </a:rPr>
              <a:t>Moderasi Beragama Berdasarkan Nilai-Nilai Islam</a:t>
            </a:r>
            <a:r>
              <a:rPr lang="id-ID" sz="1500">
                <a:solidFill>
                  <a:schemeClr val="dk1"/>
                </a:solidFill>
                <a:latin typeface="Avenir"/>
                <a:ea typeface="Avenir"/>
                <a:cs typeface="Avenir"/>
                <a:sym typeface="Avenir"/>
              </a:rPr>
              <a:t> (Jakarta: Dirjen Pendidikan Agama Islam Kemenag RI, 2021), 34-70.</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17"/>
          <p:cNvSpPr txBox="1"/>
          <p:nvPr>
            <p:ph type="title"/>
          </p:nvPr>
        </p:nvSpPr>
        <p:spPr>
          <a:xfrm>
            <a:off x="609600" y="557785"/>
            <a:ext cx="10972800" cy="892644"/>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Arial"/>
              <a:buNone/>
            </a:pPr>
            <a:r>
              <a:rPr lang="id-ID"/>
              <a:t>Islam </a:t>
            </a:r>
            <a:r>
              <a:rPr lang="id-ID">
                <a:solidFill>
                  <a:srgbClr val="00B050"/>
                </a:solidFill>
              </a:rPr>
              <a:t>Wasathiyyah</a:t>
            </a:r>
            <a:r>
              <a:rPr lang="id-ID"/>
              <a:t>: ‘Jalan Tengah’</a:t>
            </a:r>
            <a:endParaRPr/>
          </a:p>
        </p:txBody>
      </p:sp>
      <p:grpSp>
        <p:nvGrpSpPr>
          <p:cNvPr id="316" name="Google Shape;316;p17"/>
          <p:cNvGrpSpPr/>
          <p:nvPr/>
        </p:nvGrpSpPr>
        <p:grpSpPr>
          <a:xfrm>
            <a:off x="590137" y="2075333"/>
            <a:ext cx="11011726" cy="4097984"/>
            <a:chOff x="-19463" y="-31280"/>
            <a:chExt cx="11011726" cy="4097984"/>
          </a:xfrm>
        </p:grpSpPr>
        <p:sp>
          <p:nvSpPr>
            <p:cNvPr id="317" name="Google Shape;317;p17"/>
            <p:cNvSpPr/>
            <p:nvPr/>
          </p:nvSpPr>
          <p:spPr>
            <a:xfrm rot="-5400000">
              <a:off x="-1102525" y="2110508"/>
              <a:ext cx="3147631" cy="6658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17"/>
            <p:cNvSpPr txBox="1"/>
            <p:nvPr/>
          </p:nvSpPr>
          <p:spPr>
            <a:xfrm rot="-5400000">
              <a:off x="-1102525" y="2110508"/>
              <a:ext cx="3147631" cy="665845"/>
            </a:xfrm>
            <a:prstGeom prst="rect">
              <a:avLst/>
            </a:prstGeom>
            <a:noFill/>
            <a:ln>
              <a:noFill/>
            </a:ln>
          </p:spPr>
          <p:txBody>
            <a:bodyPr anchorCtr="0" anchor="t" bIns="0" lIns="0" spcFirstLastPara="1" rIns="587225" wrap="square" tIns="0">
              <a:noAutofit/>
            </a:bodyPr>
            <a:lstStyle/>
            <a:p>
              <a:pPr indent="0" lvl="0" marL="0" marR="0" rtl="0" algn="r">
                <a:lnSpc>
                  <a:spcPct val="90000"/>
                </a:lnSpc>
                <a:spcBef>
                  <a:spcPts val="0"/>
                </a:spcBef>
                <a:spcAft>
                  <a:spcPts val="0"/>
                </a:spcAft>
                <a:buClr>
                  <a:schemeClr val="dk1"/>
                </a:buClr>
                <a:buSzPts val="2600"/>
                <a:buFont typeface="Avenir"/>
                <a:buNone/>
              </a:pPr>
              <a:r>
                <a:rPr lang="id-ID" sz="2600">
                  <a:solidFill>
                    <a:schemeClr val="dk1"/>
                  </a:solidFill>
                  <a:latin typeface="Avenir"/>
                  <a:ea typeface="Avenir"/>
                  <a:cs typeface="Avenir"/>
                  <a:sym typeface="Avenir"/>
                </a:rPr>
                <a:t>Pemikiran Asing</a:t>
              </a:r>
              <a:endParaRPr/>
            </a:p>
          </p:txBody>
        </p:sp>
        <p:sp>
          <p:nvSpPr>
            <p:cNvPr id="319" name="Google Shape;319;p17"/>
            <p:cNvSpPr/>
            <p:nvPr/>
          </p:nvSpPr>
          <p:spPr>
            <a:xfrm>
              <a:off x="804213" y="869614"/>
              <a:ext cx="4134929" cy="3147631"/>
            </a:xfrm>
            <a:prstGeom prst="rect">
              <a:avLst/>
            </a:prstGeom>
            <a:solidFill>
              <a:srgbClr val="FC8686"/>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17"/>
            <p:cNvSpPr txBox="1"/>
            <p:nvPr/>
          </p:nvSpPr>
          <p:spPr>
            <a:xfrm>
              <a:off x="804213" y="869614"/>
              <a:ext cx="4134929" cy="3147631"/>
            </a:xfrm>
            <a:prstGeom prst="rect">
              <a:avLst/>
            </a:prstGeom>
            <a:noFill/>
            <a:ln>
              <a:noFill/>
            </a:ln>
          </p:spPr>
          <p:txBody>
            <a:bodyPr anchorCtr="0" anchor="t" bIns="213350" lIns="213350" spcFirstLastPara="1" rIns="213350" wrap="square" tIns="587225">
              <a:noAutofit/>
            </a:bodyPr>
            <a:lstStyle/>
            <a:p>
              <a:pPr indent="-285750" lvl="1" marL="285750" marR="0" rtl="0" algn="l">
                <a:lnSpc>
                  <a:spcPct val="90000"/>
                </a:lnSpc>
                <a:spcBef>
                  <a:spcPts val="0"/>
                </a:spcBef>
                <a:spcAft>
                  <a:spcPts val="0"/>
                </a:spcAft>
                <a:buClr>
                  <a:schemeClr val="lt1"/>
                </a:buClr>
                <a:buSzPts val="3000"/>
                <a:buFont typeface="Avenir"/>
                <a:buChar char="•"/>
              </a:pPr>
              <a:r>
                <a:rPr b="0" i="0" lang="id-ID" sz="3000" u="none" cap="none" strike="noStrike">
                  <a:solidFill>
                    <a:schemeClr val="lt1"/>
                  </a:solidFill>
                  <a:latin typeface="Avenir"/>
                  <a:ea typeface="Avenir"/>
                  <a:cs typeface="Avenir"/>
                  <a:sym typeface="Avenir"/>
                </a:rPr>
                <a:t>Liberalisme</a:t>
              </a:r>
              <a:endParaRPr/>
            </a:p>
            <a:p>
              <a:pPr indent="-285750" lvl="1" marL="285750" marR="0" rtl="0" algn="l">
                <a:lnSpc>
                  <a:spcPct val="90000"/>
                </a:lnSpc>
                <a:spcBef>
                  <a:spcPts val="450"/>
                </a:spcBef>
                <a:spcAft>
                  <a:spcPts val="0"/>
                </a:spcAft>
                <a:buClr>
                  <a:schemeClr val="lt1"/>
                </a:buClr>
                <a:buSzPts val="3000"/>
                <a:buFont typeface="Avenir"/>
                <a:buChar char="•"/>
              </a:pPr>
              <a:r>
                <a:rPr b="0" i="0" lang="id-ID" sz="3000" u="none" cap="none" strike="noStrike">
                  <a:solidFill>
                    <a:schemeClr val="lt1"/>
                  </a:solidFill>
                  <a:latin typeface="Avenir"/>
                  <a:ea typeface="Avenir"/>
                  <a:cs typeface="Avenir"/>
                  <a:sym typeface="Avenir"/>
                </a:rPr>
                <a:t>Sekularisme</a:t>
              </a:r>
              <a:endParaRPr/>
            </a:p>
            <a:p>
              <a:pPr indent="-285750" lvl="1" marL="285750" marR="0" rtl="0" algn="l">
                <a:lnSpc>
                  <a:spcPct val="90000"/>
                </a:lnSpc>
                <a:spcBef>
                  <a:spcPts val="450"/>
                </a:spcBef>
                <a:spcAft>
                  <a:spcPts val="0"/>
                </a:spcAft>
                <a:buClr>
                  <a:schemeClr val="lt1"/>
                </a:buClr>
                <a:buSzPts val="3000"/>
                <a:buFont typeface="Avenir"/>
                <a:buChar char="•"/>
              </a:pPr>
              <a:r>
                <a:rPr b="0" i="0" lang="id-ID" sz="3000" u="none" cap="none" strike="noStrike">
                  <a:solidFill>
                    <a:schemeClr val="lt1"/>
                  </a:solidFill>
                  <a:latin typeface="Avenir"/>
                  <a:ea typeface="Avenir"/>
                  <a:cs typeface="Avenir"/>
                  <a:sym typeface="Avenir"/>
                </a:rPr>
                <a:t>Saintisme</a:t>
              </a:r>
              <a:endParaRPr/>
            </a:p>
            <a:p>
              <a:pPr indent="-285750" lvl="1" marL="285750" marR="0" rtl="0" algn="l">
                <a:lnSpc>
                  <a:spcPct val="90000"/>
                </a:lnSpc>
                <a:spcBef>
                  <a:spcPts val="450"/>
                </a:spcBef>
                <a:spcAft>
                  <a:spcPts val="0"/>
                </a:spcAft>
                <a:buClr>
                  <a:schemeClr val="lt1"/>
                </a:buClr>
                <a:buSzPts val="3000"/>
                <a:buFont typeface="Avenir"/>
                <a:buChar char="•"/>
              </a:pPr>
              <a:r>
                <a:rPr b="0" i="0" lang="id-ID" sz="3000" u="none" cap="none" strike="noStrike">
                  <a:solidFill>
                    <a:schemeClr val="lt1"/>
                  </a:solidFill>
                  <a:latin typeface="Avenir"/>
                  <a:ea typeface="Avenir"/>
                  <a:cs typeface="Avenir"/>
                  <a:sym typeface="Avenir"/>
                </a:rPr>
                <a:t>LGBTQ</a:t>
              </a:r>
              <a:endParaRPr/>
            </a:p>
          </p:txBody>
        </p:sp>
        <p:sp>
          <p:nvSpPr>
            <p:cNvPr id="321" name="Google Shape;321;p17"/>
            <p:cNvSpPr/>
            <p:nvPr/>
          </p:nvSpPr>
          <p:spPr>
            <a:xfrm>
              <a:off x="-19463" y="-31280"/>
              <a:ext cx="1647354" cy="1375649"/>
            </a:xfrm>
            <a:prstGeom prst="rect">
              <a:avLst/>
            </a:prstGeom>
            <a:blipFill rotWithShape="1">
              <a:blip r:embed="rId3">
                <a:alphaModFix/>
              </a:blip>
              <a:stretch>
                <a:fillRect b="-31997" l="0" r="0" t="-31998"/>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7"/>
            <p:cNvSpPr/>
            <p:nvPr/>
          </p:nvSpPr>
          <p:spPr>
            <a:xfrm rot="-5400000">
              <a:off x="4950596" y="2159966"/>
              <a:ext cx="3147631" cy="6658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7"/>
            <p:cNvSpPr txBox="1"/>
            <p:nvPr/>
          </p:nvSpPr>
          <p:spPr>
            <a:xfrm rot="-5400000">
              <a:off x="4950596" y="2159966"/>
              <a:ext cx="3147631" cy="665845"/>
            </a:xfrm>
            <a:prstGeom prst="rect">
              <a:avLst/>
            </a:prstGeom>
            <a:noFill/>
            <a:ln>
              <a:noFill/>
            </a:ln>
          </p:spPr>
          <p:txBody>
            <a:bodyPr anchorCtr="0" anchor="t" bIns="0" lIns="0" spcFirstLastPara="1" rIns="587225" wrap="square" tIns="0">
              <a:noAutofit/>
            </a:bodyPr>
            <a:lstStyle/>
            <a:p>
              <a:pPr indent="0" lvl="0" marL="0" marR="0" rtl="0" algn="r">
                <a:lnSpc>
                  <a:spcPct val="90000"/>
                </a:lnSpc>
                <a:spcBef>
                  <a:spcPts val="0"/>
                </a:spcBef>
                <a:spcAft>
                  <a:spcPts val="0"/>
                </a:spcAft>
                <a:buClr>
                  <a:schemeClr val="dk1"/>
                </a:buClr>
                <a:buSzPts val="2600"/>
                <a:buFont typeface="Avenir"/>
                <a:buNone/>
              </a:pPr>
              <a:r>
                <a:rPr lang="id-ID" sz="2600">
                  <a:solidFill>
                    <a:schemeClr val="dk1"/>
                  </a:solidFill>
                  <a:latin typeface="Avenir"/>
                  <a:ea typeface="Avenir"/>
                  <a:cs typeface="Avenir"/>
                  <a:sym typeface="Avenir"/>
                </a:rPr>
                <a:t>Islam ‘Sempalan’</a:t>
              </a:r>
              <a:endParaRPr/>
            </a:p>
          </p:txBody>
        </p:sp>
        <p:sp>
          <p:nvSpPr>
            <p:cNvPr id="324" name="Google Shape;324;p17"/>
            <p:cNvSpPr/>
            <p:nvPr/>
          </p:nvSpPr>
          <p:spPr>
            <a:xfrm>
              <a:off x="6857334" y="919073"/>
              <a:ext cx="4134929" cy="3147631"/>
            </a:xfrm>
            <a:prstGeom prst="rect">
              <a:avLst/>
            </a:prstGeom>
            <a:solidFill>
              <a:srgbClr val="07C8AB"/>
            </a:solid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7"/>
            <p:cNvSpPr txBox="1"/>
            <p:nvPr/>
          </p:nvSpPr>
          <p:spPr>
            <a:xfrm>
              <a:off x="6857334" y="919073"/>
              <a:ext cx="4134929" cy="3147631"/>
            </a:xfrm>
            <a:prstGeom prst="rect">
              <a:avLst/>
            </a:prstGeom>
            <a:noFill/>
            <a:ln>
              <a:noFill/>
            </a:ln>
          </p:spPr>
          <p:txBody>
            <a:bodyPr anchorCtr="0" anchor="t" bIns="213350" lIns="213350" spcFirstLastPara="1" rIns="213350" wrap="square" tIns="587225">
              <a:noAutofit/>
            </a:bodyPr>
            <a:lstStyle/>
            <a:p>
              <a:pPr indent="-285750" lvl="1" marL="285750" marR="0" rtl="0" algn="l">
                <a:lnSpc>
                  <a:spcPct val="90000"/>
                </a:lnSpc>
                <a:spcBef>
                  <a:spcPts val="0"/>
                </a:spcBef>
                <a:spcAft>
                  <a:spcPts val="0"/>
                </a:spcAft>
                <a:buClr>
                  <a:schemeClr val="lt1"/>
                </a:buClr>
                <a:buSzPts val="3000"/>
                <a:buFont typeface="Avenir"/>
                <a:buChar char="•"/>
              </a:pPr>
              <a:r>
                <a:rPr b="0" i="0" lang="id-ID" sz="3000" u="none" cap="none" strike="noStrike">
                  <a:solidFill>
                    <a:schemeClr val="lt1"/>
                  </a:solidFill>
                  <a:latin typeface="Avenir"/>
                  <a:ea typeface="Avenir"/>
                  <a:cs typeface="Avenir"/>
                  <a:sym typeface="Avenir"/>
                </a:rPr>
                <a:t>Khilafatisme</a:t>
              </a:r>
              <a:endParaRPr/>
            </a:p>
            <a:p>
              <a:pPr indent="-285750" lvl="1" marL="285750" marR="0" rtl="0" algn="l">
                <a:lnSpc>
                  <a:spcPct val="90000"/>
                </a:lnSpc>
                <a:spcBef>
                  <a:spcPts val="450"/>
                </a:spcBef>
                <a:spcAft>
                  <a:spcPts val="0"/>
                </a:spcAft>
                <a:buClr>
                  <a:schemeClr val="lt1"/>
                </a:buClr>
                <a:buSzPts val="3000"/>
                <a:buFont typeface="Avenir"/>
                <a:buChar char="•"/>
              </a:pPr>
              <a:r>
                <a:rPr b="0" i="0" lang="id-ID" sz="3000" u="none" cap="none" strike="noStrike">
                  <a:solidFill>
                    <a:schemeClr val="lt1"/>
                  </a:solidFill>
                  <a:latin typeface="Avenir"/>
                  <a:ea typeface="Avenir"/>
                  <a:cs typeface="Avenir"/>
                  <a:sym typeface="Avenir"/>
                </a:rPr>
                <a:t>Salafi Jihadis</a:t>
              </a:r>
              <a:endParaRPr/>
            </a:p>
            <a:p>
              <a:pPr indent="-285750" lvl="1" marL="285750" marR="0" rtl="0" algn="l">
                <a:lnSpc>
                  <a:spcPct val="90000"/>
                </a:lnSpc>
                <a:spcBef>
                  <a:spcPts val="450"/>
                </a:spcBef>
                <a:spcAft>
                  <a:spcPts val="0"/>
                </a:spcAft>
                <a:buClr>
                  <a:schemeClr val="lt1"/>
                </a:buClr>
                <a:buSzPts val="3000"/>
                <a:buFont typeface="Avenir"/>
                <a:buChar char="•"/>
              </a:pPr>
              <a:r>
                <a:rPr b="0" i="0" lang="id-ID" sz="3000" u="none" cap="none" strike="noStrike">
                  <a:solidFill>
                    <a:schemeClr val="lt1"/>
                  </a:solidFill>
                  <a:latin typeface="Avenir"/>
                  <a:ea typeface="Avenir"/>
                  <a:cs typeface="Avenir"/>
                  <a:sym typeface="Avenir"/>
                </a:rPr>
                <a:t>NII </a:t>
              </a:r>
              <a:endParaRPr/>
            </a:p>
            <a:p>
              <a:pPr indent="-285750" lvl="1" marL="285750" marR="0" rtl="0" algn="l">
                <a:lnSpc>
                  <a:spcPct val="90000"/>
                </a:lnSpc>
                <a:spcBef>
                  <a:spcPts val="450"/>
                </a:spcBef>
                <a:spcAft>
                  <a:spcPts val="0"/>
                </a:spcAft>
                <a:buClr>
                  <a:schemeClr val="lt1"/>
                </a:buClr>
                <a:buSzPts val="3000"/>
                <a:buFont typeface="Avenir"/>
                <a:buChar char="•"/>
              </a:pPr>
              <a:r>
                <a:rPr b="0" i="0" lang="id-ID" sz="3000" u="none" cap="none" strike="noStrike">
                  <a:solidFill>
                    <a:schemeClr val="lt1"/>
                  </a:solidFill>
                  <a:latin typeface="Avenir"/>
                  <a:ea typeface="Avenir"/>
                  <a:cs typeface="Avenir"/>
                  <a:sym typeface="Avenir"/>
                </a:rPr>
                <a:t>Sekte-Sekte Menyimpang </a:t>
              </a:r>
              <a:endParaRPr/>
            </a:p>
          </p:txBody>
        </p:sp>
        <p:sp>
          <p:nvSpPr>
            <p:cNvPr id="326" name="Google Shape;326;p17"/>
            <p:cNvSpPr/>
            <p:nvPr/>
          </p:nvSpPr>
          <p:spPr>
            <a:xfrm>
              <a:off x="6007490" y="-31280"/>
              <a:ext cx="1699689" cy="1474567"/>
            </a:xfrm>
            <a:prstGeom prst="rect">
              <a:avLst/>
            </a:prstGeom>
            <a:blipFill rotWithShape="1">
              <a:blip r:embed="rId4">
                <a:alphaModFix/>
              </a:blip>
              <a:stretch>
                <a:fillRect b="0" l="-38998" r="-38997" t="0"/>
              </a:stretch>
            </a:blipFill>
            <a:ln cap="flat" cmpd="sng" w="1270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330" name="Shape 330"/>
        <p:cNvGrpSpPr/>
        <p:nvPr/>
      </p:nvGrpSpPr>
      <p:grpSpPr>
        <a:xfrm>
          <a:off x="0" y="0"/>
          <a:ext cx="0" cy="0"/>
          <a:chOff x="0" y="0"/>
          <a:chExt cx="0" cy="0"/>
        </a:xfrm>
      </p:grpSpPr>
      <p:sp>
        <p:nvSpPr>
          <p:cNvPr id="331" name="Google Shape;331;p18"/>
          <p:cNvSpPr/>
          <p:nvPr/>
        </p:nvSpPr>
        <p:spPr>
          <a:xfrm>
            <a:off x="0" y="0"/>
            <a:ext cx="12188952"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32" name="Google Shape;332;p18"/>
          <p:cNvSpPr/>
          <p:nvPr/>
        </p:nvSpPr>
        <p:spPr>
          <a:xfrm>
            <a:off x="0" y="0"/>
            <a:ext cx="12192001" cy="6858000"/>
          </a:xfrm>
          <a:prstGeom prst="rect">
            <a:avLst/>
          </a:prstGeom>
          <a:solidFill>
            <a:srgbClr val="AEAEAE">
              <a:alpha val="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33" name="Google Shape;333;p18"/>
          <p:cNvSpPr/>
          <p:nvPr/>
        </p:nvSpPr>
        <p:spPr>
          <a:xfrm>
            <a:off x="0" y="0"/>
            <a:ext cx="8916078" cy="6858000"/>
          </a:xfrm>
          <a:custGeom>
            <a:rect b="b" l="l" r="r" t="t"/>
            <a:pathLst>
              <a:path extrusionOk="0" h="6820849" w="8916078">
                <a:moveTo>
                  <a:pt x="8183400" y="3865853"/>
                </a:moveTo>
                <a:cubicBezTo>
                  <a:pt x="8208679" y="3867370"/>
                  <a:pt x="8234181" y="3871443"/>
                  <a:pt x="8259593" y="3878252"/>
                </a:cubicBezTo>
                <a:cubicBezTo>
                  <a:pt x="8462901" y="3932728"/>
                  <a:pt x="8583552" y="4141703"/>
                  <a:pt x="8529076" y="4345010"/>
                </a:cubicBezTo>
                <a:cubicBezTo>
                  <a:pt x="8474600" y="4548317"/>
                  <a:pt x="8265626" y="4668969"/>
                  <a:pt x="8062319" y="4614493"/>
                </a:cubicBezTo>
                <a:cubicBezTo>
                  <a:pt x="7859012" y="4560017"/>
                  <a:pt x="7738360" y="4351042"/>
                  <a:pt x="7792836" y="4147735"/>
                </a:cubicBezTo>
                <a:cubicBezTo>
                  <a:pt x="7840502" y="3969841"/>
                  <a:pt x="8006457" y="3855230"/>
                  <a:pt x="8183400" y="3865853"/>
                </a:cubicBezTo>
                <a:close/>
                <a:moveTo>
                  <a:pt x="8734942" y="2667480"/>
                </a:moveTo>
                <a:cubicBezTo>
                  <a:pt x="8747705" y="2668246"/>
                  <a:pt x="8760581" y="2670303"/>
                  <a:pt x="8773412" y="2673741"/>
                </a:cubicBezTo>
                <a:cubicBezTo>
                  <a:pt x="8876062" y="2701246"/>
                  <a:pt x="8936980" y="2806757"/>
                  <a:pt x="8909474" y="2909407"/>
                </a:cubicBezTo>
                <a:cubicBezTo>
                  <a:pt x="8881969" y="3012057"/>
                  <a:pt x="8776458" y="3072974"/>
                  <a:pt x="8673808" y="3045469"/>
                </a:cubicBezTo>
                <a:cubicBezTo>
                  <a:pt x="8571158" y="3017965"/>
                  <a:pt x="8510241" y="2912452"/>
                  <a:pt x="8537746" y="2809802"/>
                </a:cubicBezTo>
                <a:cubicBezTo>
                  <a:pt x="8558375" y="2732815"/>
                  <a:pt x="8622882" y="2679302"/>
                  <a:pt x="8697151" y="2668961"/>
                </a:cubicBezTo>
                <a:cubicBezTo>
                  <a:pt x="8709529" y="2667237"/>
                  <a:pt x="8722180" y="2666714"/>
                  <a:pt x="8734942" y="2667480"/>
                </a:cubicBezTo>
                <a:close/>
                <a:moveTo>
                  <a:pt x="8776652" y="1"/>
                </a:moveTo>
                <a:lnTo>
                  <a:pt x="8786961" y="42970"/>
                </a:lnTo>
                <a:cubicBezTo>
                  <a:pt x="8794957" y="100392"/>
                  <a:pt x="8791826" y="160330"/>
                  <a:pt x="8775876" y="219853"/>
                </a:cubicBezTo>
                <a:cubicBezTo>
                  <a:pt x="8712079" y="457946"/>
                  <a:pt x="8467349" y="599241"/>
                  <a:pt x="8229255" y="535444"/>
                </a:cubicBezTo>
                <a:cubicBezTo>
                  <a:pt x="8020924" y="479621"/>
                  <a:pt x="7886703" y="285271"/>
                  <a:pt x="7899142" y="78053"/>
                </a:cubicBezTo>
                <a:lnTo>
                  <a:pt x="7911844" y="1"/>
                </a:lnTo>
                <a:close/>
                <a:moveTo>
                  <a:pt x="0" y="0"/>
                </a:moveTo>
                <a:lnTo>
                  <a:pt x="3064542" y="1"/>
                </a:lnTo>
                <a:lnTo>
                  <a:pt x="3626351" y="1"/>
                </a:lnTo>
                <a:lnTo>
                  <a:pt x="6388767" y="1"/>
                </a:lnTo>
                <a:lnTo>
                  <a:pt x="7293415" y="1"/>
                </a:lnTo>
                <a:lnTo>
                  <a:pt x="7285291" y="184997"/>
                </a:lnTo>
                <a:cubicBezTo>
                  <a:pt x="7283933" y="263521"/>
                  <a:pt x="7284806" y="341911"/>
                  <a:pt x="7288318" y="419996"/>
                </a:cubicBezTo>
                <a:cubicBezTo>
                  <a:pt x="7301507" y="709488"/>
                  <a:pt x="7530168" y="891535"/>
                  <a:pt x="7736280" y="1068100"/>
                </a:cubicBezTo>
                <a:cubicBezTo>
                  <a:pt x="8250069" y="1508062"/>
                  <a:pt x="8424916" y="2032159"/>
                  <a:pt x="8184147" y="2589406"/>
                </a:cubicBezTo>
                <a:cubicBezTo>
                  <a:pt x="8090773" y="2805524"/>
                  <a:pt x="7909218" y="2993264"/>
                  <a:pt x="7738154" y="3164270"/>
                </a:cubicBezTo>
                <a:cubicBezTo>
                  <a:pt x="7279360" y="3622745"/>
                  <a:pt x="7298159" y="4154456"/>
                  <a:pt x="7579762" y="4641256"/>
                </a:cubicBezTo>
                <a:cubicBezTo>
                  <a:pt x="7780382" y="4986833"/>
                  <a:pt x="8020938" y="5311557"/>
                  <a:pt x="8191492" y="5670858"/>
                </a:cubicBezTo>
                <a:cubicBezTo>
                  <a:pt x="8357544" y="6019043"/>
                  <a:pt x="8456063" y="6366409"/>
                  <a:pt x="8477065" y="6707671"/>
                </a:cubicBezTo>
                <a:lnTo>
                  <a:pt x="8478852" y="6820849"/>
                </a:lnTo>
                <a:lnTo>
                  <a:pt x="0" y="6820849"/>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34" name="Google Shape;334;p18"/>
          <p:cNvSpPr txBox="1"/>
          <p:nvPr>
            <p:ph type="title"/>
          </p:nvPr>
        </p:nvSpPr>
        <p:spPr>
          <a:xfrm>
            <a:off x="609600" y="557784"/>
            <a:ext cx="6029325" cy="1325563"/>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00B050"/>
              </a:buClr>
              <a:buSzPts val="4400"/>
              <a:buFont typeface="Arial"/>
              <a:buNone/>
            </a:pPr>
            <a:r>
              <a:rPr lang="id-ID">
                <a:solidFill>
                  <a:srgbClr val="00B050"/>
                </a:solidFill>
              </a:rPr>
              <a:t>Penutup</a:t>
            </a:r>
            <a:endParaRPr>
              <a:solidFill>
                <a:srgbClr val="00B050"/>
              </a:solidFill>
            </a:endParaRPr>
          </a:p>
        </p:txBody>
      </p:sp>
      <p:sp>
        <p:nvSpPr>
          <p:cNvPr id="335" name="Google Shape;335;p18"/>
          <p:cNvSpPr txBox="1"/>
          <p:nvPr>
            <p:ph idx="1" type="body"/>
          </p:nvPr>
        </p:nvSpPr>
        <p:spPr>
          <a:xfrm>
            <a:off x="609600" y="2106204"/>
            <a:ext cx="6029325" cy="4036534"/>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000"/>
              <a:buNone/>
            </a:pPr>
            <a:r>
              <a:rPr lang="id-ID"/>
              <a:t>Islam Wasathiyyah tidak berarti ‘membonsai’ Islam sesuai dengan kepentingan Barat, karena Islam pada dirinya sendiri sudah moderat. Dalam diskurus pemikiran Islam, ke-</a:t>
            </a:r>
            <a:r>
              <a:rPr i="1" lang="id-ID"/>
              <a:t>wasathiyyah</a:t>
            </a:r>
            <a:r>
              <a:rPr lang="id-ID"/>
              <a:t>-an Islam adalah menjangkarkan pemahaman Islam kepada sumber-sumber aslinya berdasarkan pemahaman mayoritas ulama yang otoritatif dan berwawasan luwes. Kita berkepentingan mendakwahkan Islam moderat demi mewujudkan kedamaian dan cita </a:t>
            </a:r>
            <a:r>
              <a:rPr i="1" lang="id-ID"/>
              <a:t>rahmatan lil-’alamin </a:t>
            </a:r>
            <a:r>
              <a:rPr lang="id-ID"/>
              <a:t>yang dapat menopang kesejahteraan dan kemajuan Bangsa dan juga Dunia.  </a:t>
            </a:r>
            <a:r>
              <a:rPr b="1" lang="id-ID"/>
              <a:t>Wallahu A’lam bi-al-Shawab.</a:t>
            </a:r>
            <a:endParaRPr b="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500"/>
                                  </p:stCondLst>
                                  <p:childTnLst>
                                    <p:set>
                                      <p:cBhvr>
                                        <p:cTn dur="1" fill="hold">
                                          <p:stCondLst>
                                            <p:cond delay="0"/>
                                          </p:stCondLst>
                                        </p:cTn>
                                        <p:tgtEl>
                                          <p:spTgt spid="334"/>
                                        </p:tgtEl>
                                        <p:attrNameLst>
                                          <p:attrName>style.visibility</p:attrName>
                                        </p:attrNameLst>
                                      </p:cBhvr>
                                      <p:to>
                                        <p:strVal val="visible"/>
                                      </p:to>
                                    </p:set>
                                    <p:animEffect filter="fade" transition="in">
                                      <p:cBhvr>
                                        <p:cTn dur="400"/>
                                        <p:tgtEl>
                                          <p:spTgt spid="3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339" name="Shape 339"/>
        <p:cNvGrpSpPr/>
        <p:nvPr/>
      </p:nvGrpSpPr>
      <p:grpSpPr>
        <a:xfrm>
          <a:off x="0" y="0"/>
          <a:ext cx="0" cy="0"/>
          <a:chOff x="0" y="0"/>
          <a:chExt cx="0" cy="0"/>
        </a:xfrm>
      </p:grpSpPr>
      <p:sp>
        <p:nvSpPr>
          <p:cNvPr id="340" name="Google Shape;340;p19"/>
          <p:cNvSpPr/>
          <p:nvPr/>
        </p:nvSpPr>
        <p:spPr>
          <a:xfrm>
            <a:off x="0" y="0"/>
            <a:ext cx="12188952" cy="6858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venir"/>
              <a:ea typeface="Avenir"/>
              <a:cs typeface="Avenir"/>
              <a:sym typeface="Avenir"/>
            </a:endParaRPr>
          </a:p>
        </p:txBody>
      </p:sp>
      <p:sp>
        <p:nvSpPr>
          <p:cNvPr id="341" name="Google Shape;341;p19"/>
          <p:cNvSpPr/>
          <p:nvPr/>
        </p:nvSpPr>
        <p:spPr>
          <a:xfrm>
            <a:off x="0" y="0"/>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2"/>
              </a:solidFill>
              <a:latin typeface="Avenir"/>
              <a:ea typeface="Avenir"/>
              <a:cs typeface="Avenir"/>
              <a:sym typeface="Avenir"/>
            </a:endParaRPr>
          </a:p>
        </p:txBody>
      </p:sp>
      <p:sp>
        <p:nvSpPr>
          <p:cNvPr id="342" name="Google Shape;342;p19"/>
          <p:cNvSpPr txBox="1"/>
          <p:nvPr>
            <p:ph type="ctrTitle"/>
          </p:nvPr>
        </p:nvSpPr>
        <p:spPr>
          <a:xfrm>
            <a:off x="612648" y="4445875"/>
            <a:ext cx="4339906" cy="1639073"/>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rgbClr val="FFFFFF"/>
              </a:buClr>
              <a:buSzPct val="100000"/>
              <a:buFont typeface="Arial"/>
              <a:buNone/>
            </a:pPr>
            <a:r>
              <a:rPr lang="id-ID" sz="5500">
                <a:solidFill>
                  <a:srgbClr val="FFFFFF"/>
                </a:solidFill>
              </a:rPr>
              <a:t>Demikian, Terima Kasih</a:t>
            </a:r>
            <a:r>
              <a:rPr lang="id-ID" sz="6000">
                <a:solidFill>
                  <a:srgbClr val="FFFFFF"/>
                </a:solidFill>
              </a:rPr>
              <a:t>.</a:t>
            </a:r>
            <a:endParaRPr/>
          </a:p>
        </p:txBody>
      </p:sp>
      <p:pic>
        <p:nvPicPr>
          <p:cNvPr descr="A group of people in clothing&#10;&#10;Description automatically generated with medium confidence" id="343" name="Google Shape;343;p19"/>
          <p:cNvPicPr preferRelativeResize="0"/>
          <p:nvPr/>
        </p:nvPicPr>
        <p:blipFill rotWithShape="1">
          <a:blip r:embed="rId3">
            <a:alphaModFix/>
          </a:blip>
          <a:srcRect b="0" l="0" r="20862" t="0"/>
          <a:stretch/>
        </p:blipFill>
        <p:spPr>
          <a:xfrm>
            <a:off x="4955602" y="10"/>
            <a:ext cx="7236398" cy="6857990"/>
          </a:xfrm>
          <a:custGeom>
            <a:rect b="b" l="l" r="r" t="t"/>
            <a:pathLst>
              <a:path extrusionOk="0" h="6858000" w="7726675">
                <a:moveTo>
                  <a:pt x="2975226" y="5978334"/>
                </a:moveTo>
                <a:cubicBezTo>
                  <a:pt x="3002582" y="5978928"/>
                  <a:pt x="3030286" y="5982273"/>
                  <a:pt x="3058007" y="5988576"/>
                </a:cubicBezTo>
                <a:cubicBezTo>
                  <a:pt x="3279778" y="6038998"/>
                  <a:pt x="3418684" y="6259656"/>
                  <a:pt x="3368261" y="6481427"/>
                </a:cubicBezTo>
                <a:cubicBezTo>
                  <a:pt x="3317839" y="6703198"/>
                  <a:pt x="3097182" y="6842104"/>
                  <a:pt x="2875410" y="6791681"/>
                </a:cubicBezTo>
                <a:cubicBezTo>
                  <a:pt x="2653640" y="6741259"/>
                  <a:pt x="2514734" y="6520601"/>
                  <a:pt x="2565157" y="6298830"/>
                </a:cubicBezTo>
                <a:cubicBezTo>
                  <a:pt x="2609276" y="6104780"/>
                  <a:pt x="2783732" y="5974174"/>
                  <a:pt x="2975226" y="5978334"/>
                </a:cubicBezTo>
                <a:close/>
                <a:moveTo>
                  <a:pt x="542891" y="1298362"/>
                </a:moveTo>
                <a:cubicBezTo>
                  <a:pt x="578216" y="1299129"/>
                  <a:pt x="613991" y="1303448"/>
                  <a:pt x="649789" y="1311587"/>
                </a:cubicBezTo>
                <a:cubicBezTo>
                  <a:pt x="936170" y="1376700"/>
                  <a:pt x="1115545" y="1661643"/>
                  <a:pt x="1050432" y="1948025"/>
                </a:cubicBezTo>
                <a:cubicBezTo>
                  <a:pt x="985319" y="2234407"/>
                  <a:pt x="700376" y="2413781"/>
                  <a:pt x="413995" y="2348669"/>
                </a:cubicBezTo>
                <a:cubicBezTo>
                  <a:pt x="127612" y="2283556"/>
                  <a:pt x="-51762" y="1998612"/>
                  <a:pt x="13351" y="1712231"/>
                </a:cubicBezTo>
                <a:cubicBezTo>
                  <a:pt x="70325" y="1461647"/>
                  <a:pt x="295606" y="1292990"/>
                  <a:pt x="542891" y="1298362"/>
                </a:cubicBezTo>
                <a:close/>
                <a:moveTo>
                  <a:pt x="362049" y="446831"/>
                </a:moveTo>
                <a:cubicBezTo>
                  <a:pt x="382746" y="447281"/>
                  <a:pt x="403706" y="449811"/>
                  <a:pt x="424679" y="454579"/>
                </a:cubicBezTo>
                <a:cubicBezTo>
                  <a:pt x="592463" y="492727"/>
                  <a:pt x="697554" y="659668"/>
                  <a:pt x="659405" y="827452"/>
                </a:cubicBezTo>
                <a:cubicBezTo>
                  <a:pt x="621257" y="995236"/>
                  <a:pt x="454318" y="1100327"/>
                  <a:pt x="286534" y="1062179"/>
                </a:cubicBezTo>
                <a:cubicBezTo>
                  <a:pt x="118749" y="1024031"/>
                  <a:pt x="13658" y="857091"/>
                  <a:pt x="51806" y="689306"/>
                </a:cubicBezTo>
                <a:cubicBezTo>
                  <a:pt x="85186" y="542495"/>
                  <a:pt x="217172" y="443684"/>
                  <a:pt x="362049" y="446831"/>
                </a:cubicBezTo>
                <a:close/>
                <a:moveTo>
                  <a:pt x="688320" y="0"/>
                </a:moveTo>
                <a:lnTo>
                  <a:pt x="5442022" y="0"/>
                </a:lnTo>
                <a:lnTo>
                  <a:pt x="7726675" y="0"/>
                </a:lnTo>
                <a:lnTo>
                  <a:pt x="7726675" y="988372"/>
                </a:lnTo>
                <a:lnTo>
                  <a:pt x="7726675" y="6858000"/>
                </a:lnTo>
                <a:lnTo>
                  <a:pt x="4265234" y="6858000"/>
                </a:lnTo>
                <a:lnTo>
                  <a:pt x="4167452" y="6648946"/>
                </a:lnTo>
                <a:cubicBezTo>
                  <a:pt x="4064668" y="6438534"/>
                  <a:pt x="3951418" y="6237194"/>
                  <a:pt x="3802376" y="6067515"/>
                </a:cubicBezTo>
                <a:cubicBezTo>
                  <a:pt x="3433898" y="5648543"/>
                  <a:pt x="2855445" y="5560200"/>
                  <a:pt x="2314714" y="5492960"/>
                </a:cubicBezTo>
                <a:cubicBezTo>
                  <a:pt x="1689319" y="5415368"/>
                  <a:pt x="1105502" y="5269445"/>
                  <a:pt x="626568" y="4822392"/>
                </a:cubicBezTo>
                <a:cubicBezTo>
                  <a:pt x="42544" y="4277286"/>
                  <a:pt x="59772" y="3691233"/>
                  <a:pt x="462831" y="3184007"/>
                </a:cubicBezTo>
                <a:cubicBezTo>
                  <a:pt x="688845" y="2899538"/>
                  <a:pt x="972083" y="2660548"/>
                  <a:pt x="1228189" y="2399566"/>
                </a:cubicBezTo>
                <a:cubicBezTo>
                  <a:pt x="1460698" y="2161897"/>
                  <a:pt x="1522193" y="1866062"/>
                  <a:pt x="1384674" y="1566341"/>
                </a:cubicBezTo>
                <a:cubicBezTo>
                  <a:pt x="1239184" y="1249484"/>
                  <a:pt x="1095206" y="930335"/>
                  <a:pt x="922279" y="628332"/>
                </a:cubicBezTo>
                <a:cubicBezTo>
                  <a:pt x="805583" y="424593"/>
                  <a:pt x="731712" y="225291"/>
                  <a:pt x="693729" y="33341"/>
                </a:cubicBezTo>
                <a:close/>
              </a:path>
            </a:pathLst>
          </a:cu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1000"/>
                                  </p:stCondLst>
                                  <p:childTnLst>
                                    <p:set>
                                      <p:cBhvr>
                                        <p:cTn dur="1" fill="hold">
                                          <p:stCondLst>
                                            <p:cond delay="0"/>
                                          </p:stCondLst>
                                        </p:cTn>
                                        <p:tgtEl>
                                          <p:spTgt spid="342"/>
                                        </p:tgtEl>
                                        <p:attrNameLst>
                                          <p:attrName>style.visibility</p:attrName>
                                        </p:attrNameLst>
                                      </p:cBhvr>
                                      <p:to>
                                        <p:strVal val="visible"/>
                                      </p:to>
                                    </p:set>
                                    <p:animEffect filter="fade" transition="in">
                                      <p:cBhvr>
                                        <p:cTn dur="700"/>
                                        <p:tgtEl>
                                          <p:spTgt spid="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plashVTI">
  <a:themeElements>
    <a:clrScheme name="Custom 11">
      <a:dk1>
        <a:srgbClr val="262626"/>
      </a:dk1>
      <a:lt1>
        <a:srgbClr val="FFFFFF"/>
      </a:lt1>
      <a:dk2>
        <a:srgbClr val="2F333D"/>
      </a:dk2>
      <a:lt2>
        <a:srgbClr val="E9F3F3"/>
      </a:lt2>
      <a:accent1>
        <a:srgbClr val="1EBE9B"/>
      </a:accent1>
      <a:accent2>
        <a:srgbClr val="FD8686"/>
      </a:accent2>
      <a:accent3>
        <a:srgbClr val="0AC8AD"/>
      </a:accent3>
      <a:accent4>
        <a:srgbClr val="E69500"/>
      </a:accent4>
      <a:accent5>
        <a:srgbClr val="EC4E70"/>
      </a:accent5>
      <a:accent6>
        <a:srgbClr val="794DFF"/>
      </a:accent6>
      <a:hlink>
        <a:srgbClr val="3E8FF1"/>
      </a:hlink>
      <a:folHlink>
        <a:srgbClr val="9393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lashVTI">
  <a:themeElements>
    <a:clrScheme name="Custom 11">
      <a:dk1>
        <a:srgbClr val="262626"/>
      </a:dk1>
      <a:lt1>
        <a:srgbClr val="FFFFFF"/>
      </a:lt1>
      <a:dk2>
        <a:srgbClr val="2F333D"/>
      </a:dk2>
      <a:lt2>
        <a:srgbClr val="E9F3F3"/>
      </a:lt2>
      <a:accent1>
        <a:srgbClr val="1EBE9B"/>
      </a:accent1>
      <a:accent2>
        <a:srgbClr val="FD8686"/>
      </a:accent2>
      <a:accent3>
        <a:srgbClr val="0AC8AD"/>
      </a:accent3>
      <a:accent4>
        <a:srgbClr val="E69500"/>
      </a:accent4>
      <a:accent5>
        <a:srgbClr val="EC4E70"/>
      </a:accent5>
      <a:accent6>
        <a:srgbClr val="794DFF"/>
      </a:accent6>
      <a:hlink>
        <a:srgbClr val="3E8FF1"/>
      </a:hlink>
      <a:folHlink>
        <a:srgbClr val="93939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2021-11-23T03:06:19Z</dcterms:created>
  <dc:creator>ziaul haq</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8b525e5-f3da-4501-8f1e-526b6769fc56_Enabled">
    <vt:lpwstr>true</vt:lpwstr>
  </property>
  <property fmtid="{D5CDD505-2E9C-101B-9397-08002B2CF9AE}" pid="3" name="MSIP_Label_38b525e5-f3da-4501-8f1e-526b6769fc56_SetDate">
    <vt:lpwstr>2024-09-23T06:55:49Z</vt:lpwstr>
  </property>
  <property fmtid="{D5CDD505-2E9C-101B-9397-08002B2CF9AE}" pid="4" name="MSIP_Label_38b525e5-f3da-4501-8f1e-526b6769fc56_Method">
    <vt:lpwstr>Standard</vt:lpwstr>
  </property>
  <property fmtid="{D5CDD505-2E9C-101B-9397-08002B2CF9AE}" pid="5" name="MSIP_Label_38b525e5-f3da-4501-8f1e-526b6769fc56_Name">
    <vt:lpwstr>defa4170-0d19-0005-0004-bc88714345d2</vt:lpwstr>
  </property>
  <property fmtid="{D5CDD505-2E9C-101B-9397-08002B2CF9AE}" pid="6" name="MSIP_Label_38b525e5-f3da-4501-8f1e-526b6769fc56_SiteId">
    <vt:lpwstr>db6e1183-4c65-405c-82ce-7cd53fa6e9dc</vt:lpwstr>
  </property>
  <property fmtid="{D5CDD505-2E9C-101B-9397-08002B2CF9AE}" pid="7" name="MSIP_Label_38b525e5-f3da-4501-8f1e-526b6769fc56_ActionId">
    <vt:lpwstr>8f1ad6db-ff4a-478a-b89a-bc99718e1d34</vt:lpwstr>
  </property>
  <property fmtid="{D5CDD505-2E9C-101B-9397-08002B2CF9AE}" pid="8" name="MSIP_Label_38b525e5-f3da-4501-8f1e-526b6769fc56_ContentBits">
    <vt:lpwstr>0</vt:lpwstr>
  </property>
</Properties>
</file>